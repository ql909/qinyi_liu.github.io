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65" r:id="rId11"/>
    <p:sldId id="267" r:id="rId12"/>
    <p:sldId id="268" r:id="rId13"/>
    <p:sldId id="269" r:id="rId14"/>
    <p:sldId id="270" r:id="rId15"/>
    <p:sldId id="271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8"/>
    <p:restoredTop sz="80637"/>
  </p:normalViewPr>
  <p:slideViewPr>
    <p:cSldViewPr snapToGrid="0">
      <p:cViewPr varScale="1">
        <p:scale>
          <a:sx n="83" d="100"/>
          <a:sy n="83" d="100"/>
        </p:scale>
        <p:origin x="13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71D275-1CBC-4D99-8527-0153769E58A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4C1B648-6B36-48A8-B75B-A2C45310EC8E}">
      <dgm:prSet/>
      <dgm:spPr/>
      <dgm:t>
        <a:bodyPr/>
        <a:lstStyle/>
        <a:p>
          <a:r>
            <a:rPr lang="en-US"/>
            <a:t>KT models behind adaptive learning system are highly sensitive to data quality </a:t>
          </a:r>
        </a:p>
      </dgm:t>
    </dgm:pt>
    <dgm:pt modelId="{FFD91130-C0E7-4C68-9F13-8C7753CF60B0}" type="parTrans" cxnId="{40F97573-EA52-46FB-A2CC-86C13ECB0ADD}">
      <dgm:prSet/>
      <dgm:spPr/>
      <dgm:t>
        <a:bodyPr/>
        <a:lstStyle/>
        <a:p>
          <a:endParaRPr lang="en-US"/>
        </a:p>
      </dgm:t>
    </dgm:pt>
    <dgm:pt modelId="{A2A56EE5-388F-4968-99CF-926402C929E3}" type="sibTrans" cxnId="{40F97573-EA52-46FB-A2CC-86C13ECB0ADD}">
      <dgm:prSet/>
      <dgm:spPr/>
      <dgm:t>
        <a:bodyPr/>
        <a:lstStyle/>
        <a:p>
          <a:endParaRPr lang="en-US"/>
        </a:p>
      </dgm:t>
    </dgm:pt>
    <dgm:pt modelId="{A2E45CCC-1EF6-4B46-9CD8-3C008ED47762}">
      <dgm:prSet/>
      <dgm:spPr/>
      <dgm:t>
        <a:bodyPr/>
        <a:lstStyle/>
        <a:p>
          <a:r>
            <a:rPr lang="en-US"/>
            <a:t>Gaming the system behaviors messing our data and violate the assumption of KT models</a:t>
          </a:r>
        </a:p>
      </dgm:t>
    </dgm:pt>
    <dgm:pt modelId="{C152DF98-24DF-4481-9EB5-7A6870CC0085}" type="parTrans" cxnId="{177DF3DB-1D05-4808-A29F-7990DC688C53}">
      <dgm:prSet/>
      <dgm:spPr/>
      <dgm:t>
        <a:bodyPr/>
        <a:lstStyle/>
        <a:p>
          <a:endParaRPr lang="en-US"/>
        </a:p>
      </dgm:t>
    </dgm:pt>
    <dgm:pt modelId="{C8DA8068-41CC-4460-83BC-526CCEFD2E24}" type="sibTrans" cxnId="{177DF3DB-1D05-4808-A29F-7990DC688C53}">
      <dgm:prSet/>
      <dgm:spPr/>
      <dgm:t>
        <a:bodyPr/>
        <a:lstStyle/>
        <a:p>
          <a:endParaRPr lang="en-US"/>
        </a:p>
      </dgm:t>
    </dgm:pt>
    <dgm:pt modelId="{5320FD54-3FCA-4CC6-B3D2-33BDE983155F}">
      <dgm:prSet/>
      <dgm:spPr/>
      <dgm:t>
        <a:bodyPr/>
        <a:lstStyle/>
        <a:p>
          <a:r>
            <a:rPr lang="en-US"/>
            <a:t>Labelling gaming data is very cost and can’t capture the diversity </a:t>
          </a:r>
        </a:p>
      </dgm:t>
    </dgm:pt>
    <dgm:pt modelId="{5E853764-DF80-418D-8056-5A19A71547E9}" type="parTrans" cxnId="{B5D5174B-5B12-4B9C-B121-F66539723D9F}">
      <dgm:prSet/>
      <dgm:spPr/>
      <dgm:t>
        <a:bodyPr/>
        <a:lstStyle/>
        <a:p>
          <a:endParaRPr lang="en-US"/>
        </a:p>
      </dgm:t>
    </dgm:pt>
    <dgm:pt modelId="{CEC131E6-7903-4205-B7A3-B80788DC905F}" type="sibTrans" cxnId="{B5D5174B-5B12-4B9C-B121-F66539723D9F}">
      <dgm:prSet/>
      <dgm:spPr/>
      <dgm:t>
        <a:bodyPr/>
        <a:lstStyle/>
        <a:p>
          <a:endParaRPr lang="en-US"/>
        </a:p>
      </dgm:t>
    </dgm:pt>
    <dgm:pt modelId="{BCB1EBAD-6AF6-4F8F-8A1B-F3872260CE2C}" type="pres">
      <dgm:prSet presAssocID="{1371D275-1CBC-4D99-8527-0153769E58A4}" presName="root" presStyleCnt="0">
        <dgm:presLayoutVars>
          <dgm:dir/>
          <dgm:resizeHandles val="exact"/>
        </dgm:presLayoutVars>
      </dgm:prSet>
      <dgm:spPr/>
    </dgm:pt>
    <dgm:pt modelId="{07230273-1404-48C1-983F-7F214BB250A6}" type="pres">
      <dgm:prSet presAssocID="{14C1B648-6B36-48A8-B75B-A2C45310EC8E}" presName="compNode" presStyleCnt="0"/>
      <dgm:spPr/>
    </dgm:pt>
    <dgm:pt modelId="{2EA3FFE3-3487-4370-8B0F-D24AA230C4E6}" type="pres">
      <dgm:prSet presAssocID="{14C1B648-6B36-48A8-B75B-A2C45310EC8E}" presName="bgRect" presStyleLbl="bgShp" presStyleIdx="0" presStyleCnt="3"/>
      <dgm:spPr/>
    </dgm:pt>
    <dgm:pt modelId="{B9030070-3B6B-4782-9F45-96CB623496ED}" type="pres">
      <dgm:prSet presAssocID="{14C1B648-6B36-48A8-B75B-A2C45310EC8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439EC0B-5D45-4991-BA7C-E07D4A154EA6}" type="pres">
      <dgm:prSet presAssocID="{14C1B648-6B36-48A8-B75B-A2C45310EC8E}" presName="spaceRect" presStyleCnt="0"/>
      <dgm:spPr/>
    </dgm:pt>
    <dgm:pt modelId="{BA565167-F863-4C3F-BBD6-B0187CC2A86F}" type="pres">
      <dgm:prSet presAssocID="{14C1B648-6B36-48A8-B75B-A2C45310EC8E}" presName="parTx" presStyleLbl="revTx" presStyleIdx="0" presStyleCnt="3">
        <dgm:presLayoutVars>
          <dgm:chMax val="0"/>
          <dgm:chPref val="0"/>
        </dgm:presLayoutVars>
      </dgm:prSet>
      <dgm:spPr/>
    </dgm:pt>
    <dgm:pt modelId="{6DC1D14B-A999-43C6-A661-804C9502D89E}" type="pres">
      <dgm:prSet presAssocID="{A2A56EE5-388F-4968-99CF-926402C929E3}" presName="sibTrans" presStyleCnt="0"/>
      <dgm:spPr/>
    </dgm:pt>
    <dgm:pt modelId="{15DD7573-05C1-49EB-B7CF-C5F7DC3652B7}" type="pres">
      <dgm:prSet presAssocID="{A2E45CCC-1EF6-4B46-9CD8-3C008ED47762}" presName="compNode" presStyleCnt="0"/>
      <dgm:spPr/>
    </dgm:pt>
    <dgm:pt modelId="{53FE0A43-57A0-4920-9605-15EFB1FC6186}" type="pres">
      <dgm:prSet presAssocID="{A2E45CCC-1EF6-4B46-9CD8-3C008ED47762}" presName="bgRect" presStyleLbl="bgShp" presStyleIdx="1" presStyleCnt="3"/>
      <dgm:spPr/>
    </dgm:pt>
    <dgm:pt modelId="{3A8CC493-4113-4FC9-BEF5-239C4734B9C3}" type="pres">
      <dgm:prSet presAssocID="{A2E45CCC-1EF6-4B46-9CD8-3C008ED4776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E2D73A8F-9959-444C-B278-C981FDF0CE3D}" type="pres">
      <dgm:prSet presAssocID="{A2E45CCC-1EF6-4B46-9CD8-3C008ED47762}" presName="spaceRect" presStyleCnt="0"/>
      <dgm:spPr/>
    </dgm:pt>
    <dgm:pt modelId="{DB027337-58A8-45AD-9F9A-6E0BAC485A86}" type="pres">
      <dgm:prSet presAssocID="{A2E45CCC-1EF6-4B46-9CD8-3C008ED47762}" presName="parTx" presStyleLbl="revTx" presStyleIdx="1" presStyleCnt="3">
        <dgm:presLayoutVars>
          <dgm:chMax val="0"/>
          <dgm:chPref val="0"/>
        </dgm:presLayoutVars>
      </dgm:prSet>
      <dgm:spPr/>
    </dgm:pt>
    <dgm:pt modelId="{EF0972EB-1EF6-4471-8BD5-63817EF02958}" type="pres">
      <dgm:prSet presAssocID="{C8DA8068-41CC-4460-83BC-526CCEFD2E24}" presName="sibTrans" presStyleCnt="0"/>
      <dgm:spPr/>
    </dgm:pt>
    <dgm:pt modelId="{A763C5C9-D471-4422-930E-C463F85F4269}" type="pres">
      <dgm:prSet presAssocID="{5320FD54-3FCA-4CC6-B3D2-33BDE983155F}" presName="compNode" presStyleCnt="0"/>
      <dgm:spPr/>
    </dgm:pt>
    <dgm:pt modelId="{C3B24CFF-192E-41DC-9CAB-2F041E7C8425}" type="pres">
      <dgm:prSet presAssocID="{5320FD54-3FCA-4CC6-B3D2-33BDE983155F}" presName="bgRect" presStyleLbl="bgShp" presStyleIdx="2" presStyleCnt="3"/>
      <dgm:spPr/>
    </dgm:pt>
    <dgm:pt modelId="{30E356FB-DF24-474B-96AF-8B9FF7B604E4}" type="pres">
      <dgm:prSet presAssocID="{5320FD54-3FCA-4CC6-B3D2-33BDE983155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2D40715C-58E5-4C20-B164-69E22F8D4EDC}" type="pres">
      <dgm:prSet presAssocID="{5320FD54-3FCA-4CC6-B3D2-33BDE983155F}" presName="spaceRect" presStyleCnt="0"/>
      <dgm:spPr/>
    </dgm:pt>
    <dgm:pt modelId="{C6E5AFC2-A678-41B9-A116-CA23826D3A89}" type="pres">
      <dgm:prSet presAssocID="{5320FD54-3FCA-4CC6-B3D2-33BDE983155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776E213-E69C-4C6A-9E32-63692347EF0E}" type="presOf" srcId="{14C1B648-6B36-48A8-B75B-A2C45310EC8E}" destId="{BA565167-F863-4C3F-BBD6-B0187CC2A86F}" srcOrd="0" destOrd="0" presId="urn:microsoft.com/office/officeart/2018/2/layout/IconVerticalSolidList"/>
    <dgm:cxn modelId="{830D4B23-F12C-4AD5-A451-4F5C51734325}" type="presOf" srcId="{5320FD54-3FCA-4CC6-B3D2-33BDE983155F}" destId="{C6E5AFC2-A678-41B9-A116-CA23826D3A89}" srcOrd="0" destOrd="0" presId="urn:microsoft.com/office/officeart/2018/2/layout/IconVerticalSolidList"/>
    <dgm:cxn modelId="{BBA91033-584F-4469-B992-304FEA9151D8}" type="presOf" srcId="{A2E45CCC-1EF6-4B46-9CD8-3C008ED47762}" destId="{DB027337-58A8-45AD-9F9A-6E0BAC485A86}" srcOrd="0" destOrd="0" presId="urn:microsoft.com/office/officeart/2018/2/layout/IconVerticalSolidList"/>
    <dgm:cxn modelId="{B5D5174B-5B12-4B9C-B121-F66539723D9F}" srcId="{1371D275-1CBC-4D99-8527-0153769E58A4}" destId="{5320FD54-3FCA-4CC6-B3D2-33BDE983155F}" srcOrd="2" destOrd="0" parTransId="{5E853764-DF80-418D-8056-5A19A71547E9}" sibTransId="{CEC131E6-7903-4205-B7A3-B80788DC905F}"/>
    <dgm:cxn modelId="{40F97573-EA52-46FB-A2CC-86C13ECB0ADD}" srcId="{1371D275-1CBC-4D99-8527-0153769E58A4}" destId="{14C1B648-6B36-48A8-B75B-A2C45310EC8E}" srcOrd="0" destOrd="0" parTransId="{FFD91130-C0E7-4C68-9F13-8C7753CF60B0}" sibTransId="{A2A56EE5-388F-4968-99CF-926402C929E3}"/>
    <dgm:cxn modelId="{48B01DC0-A702-4800-987B-8E1E042F6ED0}" type="presOf" srcId="{1371D275-1CBC-4D99-8527-0153769E58A4}" destId="{BCB1EBAD-6AF6-4F8F-8A1B-F3872260CE2C}" srcOrd="0" destOrd="0" presId="urn:microsoft.com/office/officeart/2018/2/layout/IconVerticalSolidList"/>
    <dgm:cxn modelId="{177DF3DB-1D05-4808-A29F-7990DC688C53}" srcId="{1371D275-1CBC-4D99-8527-0153769E58A4}" destId="{A2E45CCC-1EF6-4B46-9CD8-3C008ED47762}" srcOrd="1" destOrd="0" parTransId="{C152DF98-24DF-4481-9EB5-7A6870CC0085}" sibTransId="{C8DA8068-41CC-4460-83BC-526CCEFD2E24}"/>
    <dgm:cxn modelId="{87C9310F-05A7-40C3-AC9B-3C2D8277A802}" type="presParOf" srcId="{BCB1EBAD-6AF6-4F8F-8A1B-F3872260CE2C}" destId="{07230273-1404-48C1-983F-7F214BB250A6}" srcOrd="0" destOrd="0" presId="urn:microsoft.com/office/officeart/2018/2/layout/IconVerticalSolidList"/>
    <dgm:cxn modelId="{7D80AE96-CE46-471A-9D88-FF0395580E28}" type="presParOf" srcId="{07230273-1404-48C1-983F-7F214BB250A6}" destId="{2EA3FFE3-3487-4370-8B0F-D24AA230C4E6}" srcOrd="0" destOrd="0" presId="urn:microsoft.com/office/officeart/2018/2/layout/IconVerticalSolidList"/>
    <dgm:cxn modelId="{5E612E8D-5269-4BFA-B55D-9EDCE028B4EC}" type="presParOf" srcId="{07230273-1404-48C1-983F-7F214BB250A6}" destId="{B9030070-3B6B-4782-9F45-96CB623496ED}" srcOrd="1" destOrd="0" presId="urn:microsoft.com/office/officeart/2018/2/layout/IconVerticalSolidList"/>
    <dgm:cxn modelId="{89530E45-2607-48F9-AC23-67F45D762F42}" type="presParOf" srcId="{07230273-1404-48C1-983F-7F214BB250A6}" destId="{A439EC0B-5D45-4991-BA7C-E07D4A154EA6}" srcOrd="2" destOrd="0" presId="urn:microsoft.com/office/officeart/2018/2/layout/IconVerticalSolidList"/>
    <dgm:cxn modelId="{74843B75-8B5D-4A22-9D88-6172DABAFCF1}" type="presParOf" srcId="{07230273-1404-48C1-983F-7F214BB250A6}" destId="{BA565167-F863-4C3F-BBD6-B0187CC2A86F}" srcOrd="3" destOrd="0" presId="urn:microsoft.com/office/officeart/2018/2/layout/IconVerticalSolidList"/>
    <dgm:cxn modelId="{4ECC0608-948C-4D43-8F2B-64562DD174E1}" type="presParOf" srcId="{BCB1EBAD-6AF6-4F8F-8A1B-F3872260CE2C}" destId="{6DC1D14B-A999-43C6-A661-804C9502D89E}" srcOrd="1" destOrd="0" presId="urn:microsoft.com/office/officeart/2018/2/layout/IconVerticalSolidList"/>
    <dgm:cxn modelId="{E03AB831-1A21-44B7-8EF9-DC2816657B12}" type="presParOf" srcId="{BCB1EBAD-6AF6-4F8F-8A1B-F3872260CE2C}" destId="{15DD7573-05C1-49EB-B7CF-C5F7DC3652B7}" srcOrd="2" destOrd="0" presId="urn:microsoft.com/office/officeart/2018/2/layout/IconVerticalSolidList"/>
    <dgm:cxn modelId="{F7A6DF1D-9F11-432A-AE88-63D16920DDA6}" type="presParOf" srcId="{15DD7573-05C1-49EB-B7CF-C5F7DC3652B7}" destId="{53FE0A43-57A0-4920-9605-15EFB1FC6186}" srcOrd="0" destOrd="0" presId="urn:microsoft.com/office/officeart/2018/2/layout/IconVerticalSolidList"/>
    <dgm:cxn modelId="{F9322ECA-FC18-4FD8-B543-3DD87B5A16EA}" type="presParOf" srcId="{15DD7573-05C1-49EB-B7CF-C5F7DC3652B7}" destId="{3A8CC493-4113-4FC9-BEF5-239C4734B9C3}" srcOrd="1" destOrd="0" presId="urn:microsoft.com/office/officeart/2018/2/layout/IconVerticalSolidList"/>
    <dgm:cxn modelId="{CBAF4F6D-8416-4CC9-9360-1AFC2AE05575}" type="presParOf" srcId="{15DD7573-05C1-49EB-B7CF-C5F7DC3652B7}" destId="{E2D73A8F-9959-444C-B278-C981FDF0CE3D}" srcOrd="2" destOrd="0" presId="urn:microsoft.com/office/officeart/2018/2/layout/IconVerticalSolidList"/>
    <dgm:cxn modelId="{81787BFE-0179-4CC3-B3C6-71CAAD9BA5C8}" type="presParOf" srcId="{15DD7573-05C1-49EB-B7CF-C5F7DC3652B7}" destId="{DB027337-58A8-45AD-9F9A-6E0BAC485A86}" srcOrd="3" destOrd="0" presId="urn:microsoft.com/office/officeart/2018/2/layout/IconVerticalSolidList"/>
    <dgm:cxn modelId="{2A95964D-0420-4223-A875-64CC97D8C10F}" type="presParOf" srcId="{BCB1EBAD-6AF6-4F8F-8A1B-F3872260CE2C}" destId="{EF0972EB-1EF6-4471-8BD5-63817EF02958}" srcOrd="3" destOrd="0" presId="urn:microsoft.com/office/officeart/2018/2/layout/IconVerticalSolidList"/>
    <dgm:cxn modelId="{E028AB84-BB6F-48A1-B1B4-BAD08FA4EC44}" type="presParOf" srcId="{BCB1EBAD-6AF6-4F8F-8A1B-F3872260CE2C}" destId="{A763C5C9-D471-4422-930E-C463F85F4269}" srcOrd="4" destOrd="0" presId="urn:microsoft.com/office/officeart/2018/2/layout/IconVerticalSolidList"/>
    <dgm:cxn modelId="{5C61A07C-A7F5-405C-AA98-53EAB175F57B}" type="presParOf" srcId="{A763C5C9-D471-4422-930E-C463F85F4269}" destId="{C3B24CFF-192E-41DC-9CAB-2F041E7C8425}" srcOrd="0" destOrd="0" presId="urn:microsoft.com/office/officeart/2018/2/layout/IconVerticalSolidList"/>
    <dgm:cxn modelId="{586765C1-FB9F-46E3-8206-535CCFD87D0F}" type="presParOf" srcId="{A763C5C9-D471-4422-930E-C463F85F4269}" destId="{30E356FB-DF24-474B-96AF-8B9FF7B604E4}" srcOrd="1" destOrd="0" presId="urn:microsoft.com/office/officeart/2018/2/layout/IconVerticalSolidList"/>
    <dgm:cxn modelId="{1B53A6BC-A220-4901-8192-994C4A43CF25}" type="presParOf" srcId="{A763C5C9-D471-4422-930E-C463F85F4269}" destId="{2D40715C-58E5-4C20-B164-69E22F8D4EDC}" srcOrd="2" destOrd="0" presId="urn:microsoft.com/office/officeart/2018/2/layout/IconVerticalSolidList"/>
    <dgm:cxn modelId="{E2BEFD95-FE51-4761-89E5-E67208F8F434}" type="presParOf" srcId="{A763C5C9-D471-4422-930E-C463F85F4269}" destId="{C6E5AFC2-A678-41B9-A116-CA23826D3A8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41370B-8069-47BD-9C00-2CA39EBFB7BF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C38D4A3-7FC8-478D-8DDA-F38C6369667C}">
      <dgm:prSet/>
      <dgm:spPr/>
      <dgm:t>
        <a:bodyPr/>
        <a:lstStyle/>
        <a:p>
          <a:r>
            <a:rPr lang="en-GB"/>
            <a:t>RQ1: How can data poisoning attacks be leveraged to simulate students’ gaming behaviors in ALS? </a:t>
          </a:r>
          <a:endParaRPr lang="en-US"/>
        </a:p>
      </dgm:t>
    </dgm:pt>
    <dgm:pt modelId="{B8CB754E-054C-4E63-88A2-15C78B7CF4FD}" type="parTrans" cxnId="{A5C43B22-0A35-4F17-AE24-D1A9D569E9EF}">
      <dgm:prSet/>
      <dgm:spPr/>
      <dgm:t>
        <a:bodyPr/>
        <a:lstStyle/>
        <a:p>
          <a:endParaRPr lang="en-US"/>
        </a:p>
      </dgm:t>
    </dgm:pt>
    <dgm:pt modelId="{82B23EA7-9131-4EB1-A1A5-09640D7B8B24}" type="sibTrans" cxnId="{A5C43B22-0A35-4F17-AE24-D1A9D569E9EF}">
      <dgm:prSet/>
      <dgm:spPr/>
      <dgm:t>
        <a:bodyPr/>
        <a:lstStyle/>
        <a:p>
          <a:endParaRPr lang="en-US"/>
        </a:p>
      </dgm:t>
    </dgm:pt>
    <dgm:pt modelId="{F4B4CE84-8098-4B1E-8895-1DE59FB579B5}">
      <dgm:prSet/>
      <dgm:spPr/>
      <dgm:t>
        <a:bodyPr/>
        <a:lstStyle/>
        <a:p>
          <a:r>
            <a:rPr lang="en-GB"/>
            <a:t>RQ2: Do different types of simulated gaming behaviors have distinct effects on KT models performance? </a:t>
          </a:r>
          <a:endParaRPr lang="en-US"/>
        </a:p>
      </dgm:t>
    </dgm:pt>
    <dgm:pt modelId="{E283AFAA-AD9E-4CE6-A9F2-E62DA8D0129B}" type="parTrans" cxnId="{622520D2-D219-4827-99FE-179D877DC7BB}">
      <dgm:prSet/>
      <dgm:spPr/>
      <dgm:t>
        <a:bodyPr/>
        <a:lstStyle/>
        <a:p>
          <a:endParaRPr lang="en-US"/>
        </a:p>
      </dgm:t>
    </dgm:pt>
    <dgm:pt modelId="{8EBF976A-57E3-4C38-964A-8F76B763B433}" type="sibTrans" cxnId="{622520D2-D219-4827-99FE-179D877DC7BB}">
      <dgm:prSet/>
      <dgm:spPr/>
      <dgm:t>
        <a:bodyPr/>
        <a:lstStyle/>
        <a:p>
          <a:endParaRPr lang="en-US"/>
        </a:p>
      </dgm:t>
    </dgm:pt>
    <dgm:pt modelId="{EC11DA8F-C455-4181-B1F4-5F9527D7446C}">
      <dgm:prSet/>
      <dgm:spPr/>
      <dgm:t>
        <a:bodyPr/>
        <a:lstStyle/>
        <a:p>
          <a:r>
            <a:rPr lang="en-GB"/>
            <a:t>RQ3: What insights can DPA detection methods provide for traditional gaming behaviors detection?</a:t>
          </a:r>
          <a:endParaRPr lang="en-US"/>
        </a:p>
      </dgm:t>
    </dgm:pt>
    <dgm:pt modelId="{87DB8C51-8942-4058-81BA-C05E082AE60A}" type="parTrans" cxnId="{E8DD6688-754D-4660-BF82-55B6BBF822F5}">
      <dgm:prSet/>
      <dgm:spPr/>
      <dgm:t>
        <a:bodyPr/>
        <a:lstStyle/>
        <a:p>
          <a:endParaRPr lang="en-US"/>
        </a:p>
      </dgm:t>
    </dgm:pt>
    <dgm:pt modelId="{1A46E088-68C1-4B81-B197-408DDB1A61B5}" type="sibTrans" cxnId="{E8DD6688-754D-4660-BF82-55B6BBF822F5}">
      <dgm:prSet/>
      <dgm:spPr/>
      <dgm:t>
        <a:bodyPr/>
        <a:lstStyle/>
        <a:p>
          <a:endParaRPr lang="en-US"/>
        </a:p>
      </dgm:t>
    </dgm:pt>
    <dgm:pt modelId="{BE382CB5-C069-B34A-ADB9-2CEB4A4A8BD3}" type="pres">
      <dgm:prSet presAssocID="{3541370B-8069-47BD-9C00-2CA39EBFB7BF}" presName="vert0" presStyleCnt="0">
        <dgm:presLayoutVars>
          <dgm:dir/>
          <dgm:animOne val="branch"/>
          <dgm:animLvl val="lvl"/>
        </dgm:presLayoutVars>
      </dgm:prSet>
      <dgm:spPr/>
    </dgm:pt>
    <dgm:pt modelId="{21BBD751-874E-A442-AA3E-E97ED9588CA0}" type="pres">
      <dgm:prSet presAssocID="{0C38D4A3-7FC8-478D-8DDA-F38C6369667C}" presName="thickLine" presStyleLbl="alignNode1" presStyleIdx="0" presStyleCnt="3"/>
      <dgm:spPr/>
    </dgm:pt>
    <dgm:pt modelId="{63C2CC2E-3294-4641-9428-39D5D9668AD0}" type="pres">
      <dgm:prSet presAssocID="{0C38D4A3-7FC8-478D-8DDA-F38C6369667C}" presName="horz1" presStyleCnt="0"/>
      <dgm:spPr/>
    </dgm:pt>
    <dgm:pt modelId="{A8AC66D9-9C78-444B-861C-313B86CD3A40}" type="pres">
      <dgm:prSet presAssocID="{0C38D4A3-7FC8-478D-8DDA-F38C6369667C}" presName="tx1" presStyleLbl="revTx" presStyleIdx="0" presStyleCnt="3"/>
      <dgm:spPr/>
    </dgm:pt>
    <dgm:pt modelId="{FC9048E5-DBE7-EC4C-91C7-E67F08ACABB4}" type="pres">
      <dgm:prSet presAssocID="{0C38D4A3-7FC8-478D-8DDA-F38C6369667C}" presName="vert1" presStyleCnt="0"/>
      <dgm:spPr/>
    </dgm:pt>
    <dgm:pt modelId="{1DE43369-702C-CC4F-AF9F-BC0300A9A762}" type="pres">
      <dgm:prSet presAssocID="{F4B4CE84-8098-4B1E-8895-1DE59FB579B5}" presName="thickLine" presStyleLbl="alignNode1" presStyleIdx="1" presStyleCnt="3"/>
      <dgm:spPr/>
    </dgm:pt>
    <dgm:pt modelId="{F6B21EB1-417C-544E-AE3C-BE2319212129}" type="pres">
      <dgm:prSet presAssocID="{F4B4CE84-8098-4B1E-8895-1DE59FB579B5}" presName="horz1" presStyleCnt="0"/>
      <dgm:spPr/>
    </dgm:pt>
    <dgm:pt modelId="{E5F73ECE-2F51-324E-9BF9-934003C3D2F1}" type="pres">
      <dgm:prSet presAssocID="{F4B4CE84-8098-4B1E-8895-1DE59FB579B5}" presName="tx1" presStyleLbl="revTx" presStyleIdx="1" presStyleCnt="3"/>
      <dgm:spPr/>
    </dgm:pt>
    <dgm:pt modelId="{788C3AE1-6D54-A541-9968-8B1DAB9BBA2E}" type="pres">
      <dgm:prSet presAssocID="{F4B4CE84-8098-4B1E-8895-1DE59FB579B5}" presName="vert1" presStyleCnt="0"/>
      <dgm:spPr/>
    </dgm:pt>
    <dgm:pt modelId="{30A96B2B-302A-834D-A657-E19B442D72DE}" type="pres">
      <dgm:prSet presAssocID="{EC11DA8F-C455-4181-B1F4-5F9527D7446C}" presName="thickLine" presStyleLbl="alignNode1" presStyleIdx="2" presStyleCnt="3"/>
      <dgm:spPr/>
    </dgm:pt>
    <dgm:pt modelId="{A1D5BBA7-6FF2-EC4B-9B3F-B80B9EEE13E5}" type="pres">
      <dgm:prSet presAssocID="{EC11DA8F-C455-4181-B1F4-5F9527D7446C}" presName="horz1" presStyleCnt="0"/>
      <dgm:spPr/>
    </dgm:pt>
    <dgm:pt modelId="{DBD2FC91-52AE-8A4C-A3CF-BA50F14B77D7}" type="pres">
      <dgm:prSet presAssocID="{EC11DA8F-C455-4181-B1F4-5F9527D7446C}" presName="tx1" presStyleLbl="revTx" presStyleIdx="2" presStyleCnt="3"/>
      <dgm:spPr/>
    </dgm:pt>
    <dgm:pt modelId="{D10AE607-3F40-2141-9B98-11AD033CED4E}" type="pres">
      <dgm:prSet presAssocID="{EC11DA8F-C455-4181-B1F4-5F9527D7446C}" presName="vert1" presStyleCnt="0"/>
      <dgm:spPr/>
    </dgm:pt>
  </dgm:ptLst>
  <dgm:cxnLst>
    <dgm:cxn modelId="{27FC1210-4EA7-8445-A97F-C976A51C9C7A}" type="presOf" srcId="{0C38D4A3-7FC8-478D-8DDA-F38C6369667C}" destId="{A8AC66D9-9C78-444B-861C-313B86CD3A40}" srcOrd="0" destOrd="0" presId="urn:microsoft.com/office/officeart/2008/layout/LinedList"/>
    <dgm:cxn modelId="{A5C43B22-0A35-4F17-AE24-D1A9D569E9EF}" srcId="{3541370B-8069-47BD-9C00-2CA39EBFB7BF}" destId="{0C38D4A3-7FC8-478D-8DDA-F38C6369667C}" srcOrd="0" destOrd="0" parTransId="{B8CB754E-054C-4E63-88A2-15C78B7CF4FD}" sibTransId="{82B23EA7-9131-4EB1-A1A5-09640D7B8B24}"/>
    <dgm:cxn modelId="{E8DD6688-754D-4660-BF82-55B6BBF822F5}" srcId="{3541370B-8069-47BD-9C00-2CA39EBFB7BF}" destId="{EC11DA8F-C455-4181-B1F4-5F9527D7446C}" srcOrd="2" destOrd="0" parTransId="{87DB8C51-8942-4058-81BA-C05E082AE60A}" sibTransId="{1A46E088-68C1-4B81-B197-408DDB1A61B5}"/>
    <dgm:cxn modelId="{8B762A8B-244C-8C40-B53A-F7837B838F5A}" type="presOf" srcId="{F4B4CE84-8098-4B1E-8895-1DE59FB579B5}" destId="{E5F73ECE-2F51-324E-9BF9-934003C3D2F1}" srcOrd="0" destOrd="0" presId="urn:microsoft.com/office/officeart/2008/layout/LinedList"/>
    <dgm:cxn modelId="{21E389B5-9664-9143-89A6-2471CCC99060}" type="presOf" srcId="{EC11DA8F-C455-4181-B1F4-5F9527D7446C}" destId="{DBD2FC91-52AE-8A4C-A3CF-BA50F14B77D7}" srcOrd="0" destOrd="0" presId="urn:microsoft.com/office/officeart/2008/layout/LinedList"/>
    <dgm:cxn modelId="{622520D2-D219-4827-99FE-179D877DC7BB}" srcId="{3541370B-8069-47BD-9C00-2CA39EBFB7BF}" destId="{F4B4CE84-8098-4B1E-8895-1DE59FB579B5}" srcOrd="1" destOrd="0" parTransId="{E283AFAA-AD9E-4CE6-A9F2-E62DA8D0129B}" sibTransId="{8EBF976A-57E3-4C38-964A-8F76B763B433}"/>
    <dgm:cxn modelId="{0808BFFB-2EB2-D648-A0DB-8A97E66DA997}" type="presOf" srcId="{3541370B-8069-47BD-9C00-2CA39EBFB7BF}" destId="{BE382CB5-C069-B34A-ADB9-2CEB4A4A8BD3}" srcOrd="0" destOrd="0" presId="urn:microsoft.com/office/officeart/2008/layout/LinedList"/>
    <dgm:cxn modelId="{F7C2AA58-07B3-BF49-AD62-CB49B325C3F2}" type="presParOf" srcId="{BE382CB5-C069-B34A-ADB9-2CEB4A4A8BD3}" destId="{21BBD751-874E-A442-AA3E-E97ED9588CA0}" srcOrd="0" destOrd="0" presId="urn:microsoft.com/office/officeart/2008/layout/LinedList"/>
    <dgm:cxn modelId="{9CCBC6F9-71C8-8546-A4B9-8158E52875BC}" type="presParOf" srcId="{BE382CB5-C069-B34A-ADB9-2CEB4A4A8BD3}" destId="{63C2CC2E-3294-4641-9428-39D5D9668AD0}" srcOrd="1" destOrd="0" presId="urn:microsoft.com/office/officeart/2008/layout/LinedList"/>
    <dgm:cxn modelId="{C39F4B55-F567-CD4C-985C-4CE5BFFC2578}" type="presParOf" srcId="{63C2CC2E-3294-4641-9428-39D5D9668AD0}" destId="{A8AC66D9-9C78-444B-861C-313B86CD3A40}" srcOrd="0" destOrd="0" presId="urn:microsoft.com/office/officeart/2008/layout/LinedList"/>
    <dgm:cxn modelId="{B9F261F7-3038-A646-B645-F4A394A2939F}" type="presParOf" srcId="{63C2CC2E-3294-4641-9428-39D5D9668AD0}" destId="{FC9048E5-DBE7-EC4C-91C7-E67F08ACABB4}" srcOrd="1" destOrd="0" presId="urn:microsoft.com/office/officeart/2008/layout/LinedList"/>
    <dgm:cxn modelId="{71885C61-EBF7-1742-BEDC-4311A0CA3CDC}" type="presParOf" srcId="{BE382CB5-C069-B34A-ADB9-2CEB4A4A8BD3}" destId="{1DE43369-702C-CC4F-AF9F-BC0300A9A762}" srcOrd="2" destOrd="0" presId="urn:microsoft.com/office/officeart/2008/layout/LinedList"/>
    <dgm:cxn modelId="{A6A39173-1D51-A14D-BBC4-89D385D20C6E}" type="presParOf" srcId="{BE382CB5-C069-B34A-ADB9-2CEB4A4A8BD3}" destId="{F6B21EB1-417C-544E-AE3C-BE2319212129}" srcOrd="3" destOrd="0" presId="urn:microsoft.com/office/officeart/2008/layout/LinedList"/>
    <dgm:cxn modelId="{8D4C075A-7B8D-654E-8379-1D79C1B759AD}" type="presParOf" srcId="{F6B21EB1-417C-544E-AE3C-BE2319212129}" destId="{E5F73ECE-2F51-324E-9BF9-934003C3D2F1}" srcOrd="0" destOrd="0" presId="urn:microsoft.com/office/officeart/2008/layout/LinedList"/>
    <dgm:cxn modelId="{D9A74AA1-71B8-CF47-88AA-100A362E927D}" type="presParOf" srcId="{F6B21EB1-417C-544E-AE3C-BE2319212129}" destId="{788C3AE1-6D54-A541-9968-8B1DAB9BBA2E}" srcOrd="1" destOrd="0" presId="urn:microsoft.com/office/officeart/2008/layout/LinedList"/>
    <dgm:cxn modelId="{94B99959-C161-094F-AE55-9EBFA5503C39}" type="presParOf" srcId="{BE382CB5-C069-B34A-ADB9-2CEB4A4A8BD3}" destId="{30A96B2B-302A-834D-A657-E19B442D72DE}" srcOrd="4" destOrd="0" presId="urn:microsoft.com/office/officeart/2008/layout/LinedList"/>
    <dgm:cxn modelId="{DB066ACE-14AE-0C42-9AE8-C28560CD4BF0}" type="presParOf" srcId="{BE382CB5-C069-B34A-ADB9-2CEB4A4A8BD3}" destId="{A1D5BBA7-6FF2-EC4B-9B3F-B80B9EEE13E5}" srcOrd="5" destOrd="0" presId="urn:microsoft.com/office/officeart/2008/layout/LinedList"/>
    <dgm:cxn modelId="{291329FC-F572-7640-853D-BE4C816623F8}" type="presParOf" srcId="{A1D5BBA7-6FF2-EC4B-9B3F-B80B9EEE13E5}" destId="{DBD2FC91-52AE-8A4C-A3CF-BA50F14B77D7}" srcOrd="0" destOrd="0" presId="urn:microsoft.com/office/officeart/2008/layout/LinedList"/>
    <dgm:cxn modelId="{9CEBD573-38E1-7649-84E5-A7F6FDB6ECB3}" type="presParOf" srcId="{A1D5BBA7-6FF2-EC4B-9B3F-B80B9EEE13E5}" destId="{D10AE607-3F40-2141-9B98-11AD033CED4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C200F6-6D49-4BFF-AF57-3D55811AEBE4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7DF5110-89B4-491E-902D-B620C2D9002D}">
      <dgm:prSet/>
      <dgm:spPr/>
      <dgm:t>
        <a:bodyPr/>
        <a:lstStyle/>
        <a:p>
          <a:r>
            <a:rPr lang="en-GB"/>
            <a:t>(1) Insert 3–5 hint request records (“hint_request”) into the data for randomly selected students and questions, with intervals of 0.5–1 second.</a:t>
          </a:r>
          <a:endParaRPr lang="en-US"/>
        </a:p>
      </dgm:t>
    </dgm:pt>
    <dgm:pt modelId="{81E3EE02-A4CA-47C2-8C91-EF401D0B9AA9}" type="parTrans" cxnId="{F3FEFE06-452F-457E-89D3-354256045A43}">
      <dgm:prSet/>
      <dgm:spPr/>
      <dgm:t>
        <a:bodyPr/>
        <a:lstStyle/>
        <a:p>
          <a:endParaRPr lang="en-US"/>
        </a:p>
      </dgm:t>
    </dgm:pt>
    <dgm:pt modelId="{C3CA269B-0FD3-4071-9300-522D2C3C0345}" type="sibTrans" cxnId="{F3FEFE06-452F-457E-89D3-354256045A43}">
      <dgm:prSet/>
      <dgm:spPr/>
      <dgm:t>
        <a:bodyPr/>
        <a:lstStyle/>
        <a:p>
          <a:endParaRPr lang="en-US"/>
        </a:p>
      </dgm:t>
    </dgm:pt>
    <dgm:pt modelId="{BC93AEBD-4747-4FAC-852D-F63AF07BB7A2}">
      <dgm:prSet/>
      <dgm:spPr/>
      <dgm:t>
        <a:bodyPr/>
        <a:lstStyle/>
        <a:p>
          <a:r>
            <a:rPr lang="en-GB"/>
            <a:t>(2) After the final hint request, simulate the submission of a correct answer with a response time of 0.5 seconds, representing rapid copying behavior. </a:t>
          </a:r>
          <a:endParaRPr lang="en-US"/>
        </a:p>
      </dgm:t>
    </dgm:pt>
    <dgm:pt modelId="{C1B3C4A3-25B8-4830-BDDE-2876C55356DE}" type="parTrans" cxnId="{54DA2138-A658-4386-8519-6168AFAF8B32}">
      <dgm:prSet/>
      <dgm:spPr/>
      <dgm:t>
        <a:bodyPr/>
        <a:lstStyle/>
        <a:p>
          <a:endParaRPr lang="en-US"/>
        </a:p>
      </dgm:t>
    </dgm:pt>
    <dgm:pt modelId="{AC677B7E-4517-4F2B-81A1-9FE54D7EDF3F}" type="sibTrans" cxnId="{54DA2138-A658-4386-8519-6168AFAF8B32}">
      <dgm:prSet/>
      <dgm:spPr/>
      <dgm:t>
        <a:bodyPr/>
        <a:lstStyle/>
        <a:p>
          <a:endParaRPr lang="en-US"/>
        </a:p>
      </dgm:t>
    </dgm:pt>
    <dgm:pt modelId="{6A04A06E-4BC2-4B65-B45D-80BAA2EC3B90}">
      <dgm:prSet/>
      <dgm:spPr/>
      <dgm:t>
        <a:bodyPr/>
        <a:lstStyle/>
        <a:p>
          <a:r>
            <a:rPr lang="en-GB"/>
            <a:t>(3) For 50% of the hint request records, omit corresponding answer submissions, reflecting students who skip intermediate hints and seek only the bottom-out hint without meaningful engagement</a:t>
          </a:r>
          <a:endParaRPr lang="en-US"/>
        </a:p>
      </dgm:t>
    </dgm:pt>
    <dgm:pt modelId="{F6D64E2F-7E0D-4631-9F73-D0AC57F5FEB0}" type="parTrans" cxnId="{0C689DBB-F26E-46E8-917C-DBFE4F70DA91}">
      <dgm:prSet/>
      <dgm:spPr/>
      <dgm:t>
        <a:bodyPr/>
        <a:lstStyle/>
        <a:p>
          <a:endParaRPr lang="en-US"/>
        </a:p>
      </dgm:t>
    </dgm:pt>
    <dgm:pt modelId="{7856959A-5FDE-4E88-8F3F-0EC46D9B4655}" type="sibTrans" cxnId="{0C689DBB-F26E-46E8-917C-DBFE4F70DA91}">
      <dgm:prSet/>
      <dgm:spPr/>
      <dgm:t>
        <a:bodyPr/>
        <a:lstStyle/>
        <a:p>
          <a:endParaRPr lang="en-US"/>
        </a:p>
      </dgm:t>
    </dgm:pt>
    <dgm:pt modelId="{104C6542-1543-0C43-B71C-6183F47B212E}" type="pres">
      <dgm:prSet presAssocID="{90C200F6-6D49-4BFF-AF57-3D55811AEBE4}" presName="vert0" presStyleCnt="0">
        <dgm:presLayoutVars>
          <dgm:dir/>
          <dgm:animOne val="branch"/>
          <dgm:animLvl val="lvl"/>
        </dgm:presLayoutVars>
      </dgm:prSet>
      <dgm:spPr/>
    </dgm:pt>
    <dgm:pt modelId="{181C598B-E432-BB45-A89F-57CEDF332E26}" type="pres">
      <dgm:prSet presAssocID="{A7DF5110-89B4-491E-902D-B620C2D9002D}" presName="thickLine" presStyleLbl="alignNode1" presStyleIdx="0" presStyleCnt="3"/>
      <dgm:spPr/>
    </dgm:pt>
    <dgm:pt modelId="{AB4D6344-8BB6-864F-B77A-62C745513CB6}" type="pres">
      <dgm:prSet presAssocID="{A7DF5110-89B4-491E-902D-B620C2D9002D}" presName="horz1" presStyleCnt="0"/>
      <dgm:spPr/>
    </dgm:pt>
    <dgm:pt modelId="{B1998D19-2658-EA4A-AC07-B88B6BB1D78F}" type="pres">
      <dgm:prSet presAssocID="{A7DF5110-89B4-491E-902D-B620C2D9002D}" presName="tx1" presStyleLbl="revTx" presStyleIdx="0" presStyleCnt="3"/>
      <dgm:spPr/>
    </dgm:pt>
    <dgm:pt modelId="{8BF52F5A-2411-5B47-9923-15289D05E647}" type="pres">
      <dgm:prSet presAssocID="{A7DF5110-89B4-491E-902D-B620C2D9002D}" presName="vert1" presStyleCnt="0"/>
      <dgm:spPr/>
    </dgm:pt>
    <dgm:pt modelId="{27AE30F5-D7F5-9745-970F-F8126089AA68}" type="pres">
      <dgm:prSet presAssocID="{BC93AEBD-4747-4FAC-852D-F63AF07BB7A2}" presName="thickLine" presStyleLbl="alignNode1" presStyleIdx="1" presStyleCnt="3"/>
      <dgm:spPr/>
    </dgm:pt>
    <dgm:pt modelId="{04E344AA-ED9F-A146-B682-9C9EB0E06EA5}" type="pres">
      <dgm:prSet presAssocID="{BC93AEBD-4747-4FAC-852D-F63AF07BB7A2}" presName="horz1" presStyleCnt="0"/>
      <dgm:spPr/>
    </dgm:pt>
    <dgm:pt modelId="{5F2BE18A-773E-514B-8A33-F8ACCD406D2D}" type="pres">
      <dgm:prSet presAssocID="{BC93AEBD-4747-4FAC-852D-F63AF07BB7A2}" presName="tx1" presStyleLbl="revTx" presStyleIdx="1" presStyleCnt="3"/>
      <dgm:spPr/>
    </dgm:pt>
    <dgm:pt modelId="{302F24E5-28DB-CD44-84A0-E1406249B67F}" type="pres">
      <dgm:prSet presAssocID="{BC93AEBD-4747-4FAC-852D-F63AF07BB7A2}" presName="vert1" presStyleCnt="0"/>
      <dgm:spPr/>
    </dgm:pt>
    <dgm:pt modelId="{8F945B8B-D249-4547-B331-4ED0AA75C571}" type="pres">
      <dgm:prSet presAssocID="{6A04A06E-4BC2-4B65-B45D-80BAA2EC3B90}" presName="thickLine" presStyleLbl="alignNode1" presStyleIdx="2" presStyleCnt="3"/>
      <dgm:spPr/>
    </dgm:pt>
    <dgm:pt modelId="{06D2E3C7-17C1-904E-9346-4FA487B74B09}" type="pres">
      <dgm:prSet presAssocID="{6A04A06E-4BC2-4B65-B45D-80BAA2EC3B90}" presName="horz1" presStyleCnt="0"/>
      <dgm:spPr/>
    </dgm:pt>
    <dgm:pt modelId="{E70BFDED-16B8-5C42-A50B-D50CB398B36D}" type="pres">
      <dgm:prSet presAssocID="{6A04A06E-4BC2-4B65-B45D-80BAA2EC3B90}" presName="tx1" presStyleLbl="revTx" presStyleIdx="2" presStyleCnt="3"/>
      <dgm:spPr/>
    </dgm:pt>
    <dgm:pt modelId="{152BD7AF-34C3-1945-B3AD-C9DE100F2EB0}" type="pres">
      <dgm:prSet presAssocID="{6A04A06E-4BC2-4B65-B45D-80BAA2EC3B90}" presName="vert1" presStyleCnt="0"/>
      <dgm:spPr/>
    </dgm:pt>
  </dgm:ptLst>
  <dgm:cxnLst>
    <dgm:cxn modelId="{F3FEFE06-452F-457E-89D3-354256045A43}" srcId="{90C200F6-6D49-4BFF-AF57-3D55811AEBE4}" destId="{A7DF5110-89B4-491E-902D-B620C2D9002D}" srcOrd="0" destOrd="0" parTransId="{81E3EE02-A4CA-47C2-8C91-EF401D0B9AA9}" sibTransId="{C3CA269B-0FD3-4071-9300-522D2C3C0345}"/>
    <dgm:cxn modelId="{CFDF6C35-62AB-ED49-BC46-8A1F23DB83F9}" type="presOf" srcId="{6A04A06E-4BC2-4B65-B45D-80BAA2EC3B90}" destId="{E70BFDED-16B8-5C42-A50B-D50CB398B36D}" srcOrd="0" destOrd="0" presId="urn:microsoft.com/office/officeart/2008/layout/LinedList"/>
    <dgm:cxn modelId="{54DA2138-A658-4386-8519-6168AFAF8B32}" srcId="{90C200F6-6D49-4BFF-AF57-3D55811AEBE4}" destId="{BC93AEBD-4747-4FAC-852D-F63AF07BB7A2}" srcOrd="1" destOrd="0" parTransId="{C1B3C4A3-25B8-4830-BDDE-2876C55356DE}" sibTransId="{AC677B7E-4517-4F2B-81A1-9FE54D7EDF3F}"/>
    <dgm:cxn modelId="{C5443291-D10A-7C4A-A10F-040F375ED97D}" type="presOf" srcId="{90C200F6-6D49-4BFF-AF57-3D55811AEBE4}" destId="{104C6542-1543-0C43-B71C-6183F47B212E}" srcOrd="0" destOrd="0" presId="urn:microsoft.com/office/officeart/2008/layout/LinedList"/>
    <dgm:cxn modelId="{0C689DBB-F26E-46E8-917C-DBFE4F70DA91}" srcId="{90C200F6-6D49-4BFF-AF57-3D55811AEBE4}" destId="{6A04A06E-4BC2-4B65-B45D-80BAA2EC3B90}" srcOrd="2" destOrd="0" parTransId="{F6D64E2F-7E0D-4631-9F73-D0AC57F5FEB0}" sibTransId="{7856959A-5FDE-4E88-8F3F-0EC46D9B4655}"/>
    <dgm:cxn modelId="{25D2CBF2-3D9E-B541-9BED-D569D4B75D20}" type="presOf" srcId="{BC93AEBD-4747-4FAC-852D-F63AF07BB7A2}" destId="{5F2BE18A-773E-514B-8A33-F8ACCD406D2D}" srcOrd="0" destOrd="0" presId="urn:microsoft.com/office/officeart/2008/layout/LinedList"/>
    <dgm:cxn modelId="{D75D71F3-21A0-1049-A68C-B72C71E7B9AD}" type="presOf" srcId="{A7DF5110-89B4-491E-902D-B620C2D9002D}" destId="{B1998D19-2658-EA4A-AC07-B88B6BB1D78F}" srcOrd="0" destOrd="0" presId="urn:microsoft.com/office/officeart/2008/layout/LinedList"/>
    <dgm:cxn modelId="{4923C966-87F8-D24A-AC06-CC3321704F01}" type="presParOf" srcId="{104C6542-1543-0C43-B71C-6183F47B212E}" destId="{181C598B-E432-BB45-A89F-57CEDF332E26}" srcOrd="0" destOrd="0" presId="urn:microsoft.com/office/officeart/2008/layout/LinedList"/>
    <dgm:cxn modelId="{D1B81D16-74A0-5945-A21D-EE7D8DBB4FD1}" type="presParOf" srcId="{104C6542-1543-0C43-B71C-6183F47B212E}" destId="{AB4D6344-8BB6-864F-B77A-62C745513CB6}" srcOrd="1" destOrd="0" presId="urn:microsoft.com/office/officeart/2008/layout/LinedList"/>
    <dgm:cxn modelId="{B803BADB-ED47-F44F-9969-E7CE4C1167CF}" type="presParOf" srcId="{AB4D6344-8BB6-864F-B77A-62C745513CB6}" destId="{B1998D19-2658-EA4A-AC07-B88B6BB1D78F}" srcOrd="0" destOrd="0" presId="urn:microsoft.com/office/officeart/2008/layout/LinedList"/>
    <dgm:cxn modelId="{0F14F7B6-7798-4C4F-9227-6FB2D0770641}" type="presParOf" srcId="{AB4D6344-8BB6-864F-B77A-62C745513CB6}" destId="{8BF52F5A-2411-5B47-9923-15289D05E647}" srcOrd="1" destOrd="0" presId="urn:microsoft.com/office/officeart/2008/layout/LinedList"/>
    <dgm:cxn modelId="{A9FAB381-7C3B-BE44-A802-AC5ABF21515C}" type="presParOf" srcId="{104C6542-1543-0C43-B71C-6183F47B212E}" destId="{27AE30F5-D7F5-9745-970F-F8126089AA68}" srcOrd="2" destOrd="0" presId="urn:microsoft.com/office/officeart/2008/layout/LinedList"/>
    <dgm:cxn modelId="{4BF56CA0-8D17-1E48-A9AB-3337D34D12D5}" type="presParOf" srcId="{104C6542-1543-0C43-B71C-6183F47B212E}" destId="{04E344AA-ED9F-A146-B682-9C9EB0E06EA5}" srcOrd="3" destOrd="0" presId="urn:microsoft.com/office/officeart/2008/layout/LinedList"/>
    <dgm:cxn modelId="{E6BB170D-7CA2-A44B-8308-24AD11E665E1}" type="presParOf" srcId="{04E344AA-ED9F-A146-B682-9C9EB0E06EA5}" destId="{5F2BE18A-773E-514B-8A33-F8ACCD406D2D}" srcOrd="0" destOrd="0" presId="urn:microsoft.com/office/officeart/2008/layout/LinedList"/>
    <dgm:cxn modelId="{D665F5CD-F338-9D49-864D-327301B40AA1}" type="presParOf" srcId="{04E344AA-ED9F-A146-B682-9C9EB0E06EA5}" destId="{302F24E5-28DB-CD44-84A0-E1406249B67F}" srcOrd="1" destOrd="0" presId="urn:microsoft.com/office/officeart/2008/layout/LinedList"/>
    <dgm:cxn modelId="{C9A22A33-575E-0147-8AA5-03A665CAC4EC}" type="presParOf" srcId="{104C6542-1543-0C43-B71C-6183F47B212E}" destId="{8F945B8B-D249-4547-B331-4ED0AA75C571}" srcOrd="4" destOrd="0" presId="urn:microsoft.com/office/officeart/2008/layout/LinedList"/>
    <dgm:cxn modelId="{A4B399D5-401C-3945-8B5D-322CCCFB4E6A}" type="presParOf" srcId="{104C6542-1543-0C43-B71C-6183F47B212E}" destId="{06D2E3C7-17C1-904E-9346-4FA487B74B09}" srcOrd="5" destOrd="0" presId="urn:microsoft.com/office/officeart/2008/layout/LinedList"/>
    <dgm:cxn modelId="{CC677C51-316F-544D-9773-0CCA5B50B898}" type="presParOf" srcId="{06D2E3C7-17C1-904E-9346-4FA487B74B09}" destId="{E70BFDED-16B8-5C42-A50B-D50CB398B36D}" srcOrd="0" destOrd="0" presId="urn:microsoft.com/office/officeart/2008/layout/LinedList"/>
    <dgm:cxn modelId="{C234E236-8DFA-A84E-8C6E-67877FACA304}" type="presParOf" srcId="{06D2E3C7-17C1-904E-9346-4FA487B74B09}" destId="{152BD7AF-34C3-1945-B3AD-C9DE100F2EB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6E35EBC-E64D-4A38-80EB-E5EFCE8BD4AD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6D29ECA-B103-4F21-8BF7-BA275E10EC77}">
      <dgm:prSet/>
      <dgm:spPr/>
      <dgm:t>
        <a:bodyPr/>
        <a:lstStyle/>
        <a:p>
          <a:r>
            <a:rPr lang="en-US"/>
            <a:t>Detect</a:t>
          </a:r>
        </a:p>
      </dgm:t>
    </dgm:pt>
    <dgm:pt modelId="{63EBF755-009D-4A76-9104-134FFF434FB7}" type="parTrans" cxnId="{DB9DBE62-439C-4DC3-B1D2-FB6BC7FD60E9}">
      <dgm:prSet/>
      <dgm:spPr/>
      <dgm:t>
        <a:bodyPr/>
        <a:lstStyle/>
        <a:p>
          <a:endParaRPr lang="en-US"/>
        </a:p>
      </dgm:t>
    </dgm:pt>
    <dgm:pt modelId="{5A9D703F-B33E-4A09-9151-45DD07D31E30}" type="sibTrans" cxnId="{DB9DBE62-439C-4DC3-B1D2-FB6BC7FD60E9}">
      <dgm:prSet/>
      <dgm:spPr/>
      <dgm:t>
        <a:bodyPr/>
        <a:lstStyle/>
        <a:p>
          <a:endParaRPr lang="en-US"/>
        </a:p>
      </dgm:t>
    </dgm:pt>
    <dgm:pt modelId="{9EA8534C-A2AC-4BD7-B410-D3FFA9858278}">
      <dgm:prSet/>
      <dgm:spPr/>
      <dgm:t>
        <a:bodyPr/>
        <a:lstStyle/>
        <a:p>
          <a:r>
            <a:rPr lang="en-US"/>
            <a:t>From supervised machine learning detect gaming behaviors to DPA-style unsupervised detection methods</a:t>
          </a:r>
        </a:p>
      </dgm:t>
    </dgm:pt>
    <dgm:pt modelId="{961B4249-1263-407E-B10C-B421FCE6544F}" type="parTrans" cxnId="{8C239C4B-7A4A-4246-8FEF-D75406336921}">
      <dgm:prSet/>
      <dgm:spPr/>
      <dgm:t>
        <a:bodyPr/>
        <a:lstStyle/>
        <a:p>
          <a:endParaRPr lang="en-US"/>
        </a:p>
      </dgm:t>
    </dgm:pt>
    <dgm:pt modelId="{9AED9BD8-51FB-4BD3-BC3C-8D0570653B5D}" type="sibTrans" cxnId="{8C239C4B-7A4A-4246-8FEF-D75406336921}">
      <dgm:prSet/>
      <dgm:spPr/>
      <dgm:t>
        <a:bodyPr/>
        <a:lstStyle/>
        <a:p>
          <a:endParaRPr lang="en-US"/>
        </a:p>
      </dgm:t>
    </dgm:pt>
    <dgm:pt modelId="{61C87B29-F4C8-46A9-8AD7-87A7C6123BCC}">
      <dgm:prSet/>
      <dgm:spPr/>
      <dgm:t>
        <a:bodyPr/>
        <a:lstStyle/>
        <a:p>
          <a:r>
            <a:rPr lang="en-US"/>
            <a:t>Bring</a:t>
          </a:r>
        </a:p>
      </dgm:t>
    </dgm:pt>
    <dgm:pt modelId="{595DBA31-15E4-4F97-8E83-5ACC4BC73944}" type="parTrans" cxnId="{055D89D3-16FF-4972-9D23-F47D78891DAB}">
      <dgm:prSet/>
      <dgm:spPr/>
      <dgm:t>
        <a:bodyPr/>
        <a:lstStyle/>
        <a:p>
          <a:endParaRPr lang="en-US"/>
        </a:p>
      </dgm:t>
    </dgm:pt>
    <dgm:pt modelId="{52F6C7A3-8536-4C0A-B4FA-89727A02F7CE}" type="sibTrans" cxnId="{055D89D3-16FF-4972-9D23-F47D78891DAB}">
      <dgm:prSet/>
      <dgm:spPr/>
      <dgm:t>
        <a:bodyPr/>
        <a:lstStyle/>
        <a:p>
          <a:endParaRPr lang="en-US"/>
        </a:p>
      </dgm:t>
    </dgm:pt>
    <dgm:pt modelId="{93C22326-FC4E-4D7F-9E83-4336CE7CAF07}">
      <dgm:prSet/>
      <dgm:spPr/>
      <dgm:t>
        <a:bodyPr/>
        <a:lstStyle/>
        <a:p>
          <a:r>
            <a:rPr lang="en-US"/>
            <a:t>Bring benefits in two ways:</a:t>
          </a:r>
        </a:p>
      </dgm:t>
    </dgm:pt>
    <dgm:pt modelId="{4277309E-D5B0-44E9-B65C-9647CBD8FE26}" type="parTrans" cxnId="{569750FD-FD14-4363-B1E8-A4844A195DB8}">
      <dgm:prSet/>
      <dgm:spPr/>
      <dgm:t>
        <a:bodyPr/>
        <a:lstStyle/>
        <a:p>
          <a:endParaRPr lang="en-US"/>
        </a:p>
      </dgm:t>
    </dgm:pt>
    <dgm:pt modelId="{36A696A3-A509-47C9-A685-5DC861626654}" type="sibTrans" cxnId="{569750FD-FD14-4363-B1E8-A4844A195DB8}">
      <dgm:prSet/>
      <dgm:spPr/>
      <dgm:t>
        <a:bodyPr/>
        <a:lstStyle/>
        <a:p>
          <a:endParaRPr lang="en-US"/>
        </a:p>
      </dgm:t>
    </dgm:pt>
    <dgm:pt modelId="{795B71E3-4D52-4354-A416-EB7FE27AD0CB}">
      <dgm:prSet/>
      <dgm:spPr/>
      <dgm:t>
        <a:bodyPr/>
        <a:lstStyle/>
        <a:p>
          <a:r>
            <a:rPr lang="en-US"/>
            <a:t>Reduce</a:t>
          </a:r>
        </a:p>
      </dgm:t>
    </dgm:pt>
    <dgm:pt modelId="{A2565BA6-FE2D-469F-91D1-EFF236E67E26}" type="parTrans" cxnId="{04BEAB24-957C-49E4-8AD5-65EE971ED3DA}">
      <dgm:prSet/>
      <dgm:spPr/>
      <dgm:t>
        <a:bodyPr/>
        <a:lstStyle/>
        <a:p>
          <a:endParaRPr lang="en-US"/>
        </a:p>
      </dgm:t>
    </dgm:pt>
    <dgm:pt modelId="{23C771F5-0FFC-476A-8C89-5E052F6560E4}" type="sibTrans" cxnId="{04BEAB24-957C-49E4-8AD5-65EE971ED3DA}">
      <dgm:prSet/>
      <dgm:spPr/>
      <dgm:t>
        <a:bodyPr/>
        <a:lstStyle/>
        <a:p>
          <a:endParaRPr lang="en-US"/>
        </a:p>
      </dgm:t>
    </dgm:pt>
    <dgm:pt modelId="{CE82D7C9-F300-4FFC-A9C8-2BE36E285A28}">
      <dgm:prSet/>
      <dgm:spPr/>
      <dgm:t>
        <a:bodyPr/>
        <a:lstStyle/>
        <a:p>
          <a:r>
            <a:rPr lang="en-US"/>
            <a:t>Reduce labelling cost</a:t>
          </a:r>
        </a:p>
      </dgm:t>
    </dgm:pt>
    <dgm:pt modelId="{0F9E9FAB-ACC4-4B1E-92A0-71213AC626A1}" type="parTrans" cxnId="{4C58E22C-E636-40C5-8C2E-E973677B90A5}">
      <dgm:prSet/>
      <dgm:spPr/>
      <dgm:t>
        <a:bodyPr/>
        <a:lstStyle/>
        <a:p>
          <a:endParaRPr lang="en-US"/>
        </a:p>
      </dgm:t>
    </dgm:pt>
    <dgm:pt modelId="{6B877FE5-290C-4CD4-999F-12CB1264C8CE}" type="sibTrans" cxnId="{4C58E22C-E636-40C5-8C2E-E973677B90A5}">
      <dgm:prSet/>
      <dgm:spPr/>
      <dgm:t>
        <a:bodyPr/>
        <a:lstStyle/>
        <a:p>
          <a:endParaRPr lang="en-US"/>
        </a:p>
      </dgm:t>
    </dgm:pt>
    <dgm:pt modelId="{FE21C460-6B3B-4880-9C12-EED9B7479460}">
      <dgm:prSet/>
      <dgm:spPr/>
      <dgm:t>
        <a:bodyPr/>
        <a:lstStyle/>
        <a:p>
          <a:r>
            <a:rPr lang="en-US"/>
            <a:t>Ease</a:t>
          </a:r>
        </a:p>
      </dgm:t>
    </dgm:pt>
    <dgm:pt modelId="{4110B4C1-F113-4F0F-8DB9-CFEFF030D06E}" type="parTrans" cxnId="{D23F3B28-84AC-4D63-9216-3EB63E850ACA}">
      <dgm:prSet/>
      <dgm:spPr/>
      <dgm:t>
        <a:bodyPr/>
        <a:lstStyle/>
        <a:p>
          <a:endParaRPr lang="en-US"/>
        </a:p>
      </dgm:t>
    </dgm:pt>
    <dgm:pt modelId="{53650713-D195-447E-99F3-42A3642C1E3A}" type="sibTrans" cxnId="{D23F3B28-84AC-4D63-9216-3EB63E850ACA}">
      <dgm:prSet/>
      <dgm:spPr/>
      <dgm:t>
        <a:bodyPr/>
        <a:lstStyle/>
        <a:p>
          <a:endParaRPr lang="en-US"/>
        </a:p>
      </dgm:t>
    </dgm:pt>
    <dgm:pt modelId="{498561C6-1AA5-49A8-BC06-402CA8341E57}">
      <dgm:prSet/>
      <dgm:spPr/>
      <dgm:t>
        <a:bodyPr/>
        <a:lstStyle/>
        <a:p>
          <a:r>
            <a:rPr lang="en-US"/>
            <a:t>Ease of integration with defensive startegies</a:t>
          </a:r>
        </a:p>
      </dgm:t>
    </dgm:pt>
    <dgm:pt modelId="{4F809D7B-382B-40A0-9542-7D6A2ED4D5B0}" type="parTrans" cxnId="{08207AEC-800D-4793-9C43-60F86EFD56AE}">
      <dgm:prSet/>
      <dgm:spPr/>
      <dgm:t>
        <a:bodyPr/>
        <a:lstStyle/>
        <a:p>
          <a:endParaRPr lang="en-US"/>
        </a:p>
      </dgm:t>
    </dgm:pt>
    <dgm:pt modelId="{5462A37B-C302-4A94-BE89-AAAF2E4990B4}" type="sibTrans" cxnId="{08207AEC-800D-4793-9C43-60F86EFD56AE}">
      <dgm:prSet/>
      <dgm:spPr/>
      <dgm:t>
        <a:bodyPr/>
        <a:lstStyle/>
        <a:p>
          <a:endParaRPr lang="en-US"/>
        </a:p>
      </dgm:t>
    </dgm:pt>
    <dgm:pt modelId="{A483A1B1-546E-FB4E-8CF8-FCBF1691869F}" type="pres">
      <dgm:prSet presAssocID="{46E35EBC-E64D-4A38-80EB-E5EFCE8BD4AD}" presName="Name0" presStyleCnt="0">
        <dgm:presLayoutVars>
          <dgm:dir/>
          <dgm:animLvl val="lvl"/>
          <dgm:resizeHandles val="exact"/>
        </dgm:presLayoutVars>
      </dgm:prSet>
      <dgm:spPr/>
    </dgm:pt>
    <dgm:pt modelId="{1BE858DD-D359-544E-BFD3-730AB859E956}" type="pres">
      <dgm:prSet presAssocID="{96D29ECA-B103-4F21-8BF7-BA275E10EC77}" presName="linNode" presStyleCnt="0"/>
      <dgm:spPr/>
    </dgm:pt>
    <dgm:pt modelId="{DCC2CA3D-A521-4E44-B9F3-67C3C0ABBFD0}" type="pres">
      <dgm:prSet presAssocID="{96D29ECA-B103-4F21-8BF7-BA275E10EC77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0704D842-9D47-B84F-8470-890CB99B0B78}" type="pres">
      <dgm:prSet presAssocID="{96D29ECA-B103-4F21-8BF7-BA275E10EC77}" presName="descendantText" presStyleLbl="alignAccFollowNode1" presStyleIdx="0" presStyleCnt="4">
        <dgm:presLayoutVars>
          <dgm:bulletEnabled/>
        </dgm:presLayoutVars>
      </dgm:prSet>
      <dgm:spPr/>
    </dgm:pt>
    <dgm:pt modelId="{F3D3A362-7984-694F-92A7-278560A587CA}" type="pres">
      <dgm:prSet presAssocID="{5A9D703F-B33E-4A09-9151-45DD07D31E30}" presName="sp" presStyleCnt="0"/>
      <dgm:spPr/>
    </dgm:pt>
    <dgm:pt modelId="{18D5EE7A-A9E7-D542-8E9D-D9D23A95CAC4}" type="pres">
      <dgm:prSet presAssocID="{61C87B29-F4C8-46A9-8AD7-87A7C6123BCC}" presName="linNode" presStyleCnt="0"/>
      <dgm:spPr/>
    </dgm:pt>
    <dgm:pt modelId="{8E63C702-FE02-C745-A5A0-2B9D098D6703}" type="pres">
      <dgm:prSet presAssocID="{61C87B29-F4C8-46A9-8AD7-87A7C6123BCC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8D67B53E-9943-4042-A28C-DB9425F96580}" type="pres">
      <dgm:prSet presAssocID="{61C87B29-F4C8-46A9-8AD7-87A7C6123BCC}" presName="descendantText" presStyleLbl="alignAccFollowNode1" presStyleIdx="1" presStyleCnt="4">
        <dgm:presLayoutVars>
          <dgm:bulletEnabled/>
        </dgm:presLayoutVars>
      </dgm:prSet>
      <dgm:spPr/>
    </dgm:pt>
    <dgm:pt modelId="{8FF15065-BC48-C946-85C0-D67388BBF759}" type="pres">
      <dgm:prSet presAssocID="{52F6C7A3-8536-4C0A-B4FA-89727A02F7CE}" presName="sp" presStyleCnt="0"/>
      <dgm:spPr/>
    </dgm:pt>
    <dgm:pt modelId="{4A2A205E-2390-7E46-9C03-E1A509656E8A}" type="pres">
      <dgm:prSet presAssocID="{795B71E3-4D52-4354-A416-EB7FE27AD0CB}" presName="linNode" presStyleCnt="0"/>
      <dgm:spPr/>
    </dgm:pt>
    <dgm:pt modelId="{372302BE-1A6F-F641-87B9-347C4246591A}" type="pres">
      <dgm:prSet presAssocID="{795B71E3-4D52-4354-A416-EB7FE27AD0CB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61824569-9D2C-FE4F-8E53-12FB503BFE7B}" type="pres">
      <dgm:prSet presAssocID="{795B71E3-4D52-4354-A416-EB7FE27AD0CB}" presName="descendantText" presStyleLbl="alignAccFollowNode1" presStyleIdx="2" presStyleCnt="4">
        <dgm:presLayoutVars>
          <dgm:bulletEnabled/>
        </dgm:presLayoutVars>
      </dgm:prSet>
      <dgm:spPr/>
    </dgm:pt>
    <dgm:pt modelId="{6918EB45-6D9F-7040-9B23-F83B5624A270}" type="pres">
      <dgm:prSet presAssocID="{23C771F5-0FFC-476A-8C89-5E052F6560E4}" presName="sp" presStyleCnt="0"/>
      <dgm:spPr/>
    </dgm:pt>
    <dgm:pt modelId="{60C7803E-3581-F74F-A89A-815FF44B6F17}" type="pres">
      <dgm:prSet presAssocID="{FE21C460-6B3B-4880-9C12-EED9B7479460}" presName="linNode" presStyleCnt="0"/>
      <dgm:spPr/>
    </dgm:pt>
    <dgm:pt modelId="{A70DC512-18BA-D74C-AF2A-F380A38142D8}" type="pres">
      <dgm:prSet presAssocID="{FE21C460-6B3B-4880-9C12-EED9B7479460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C7BD2B4A-5A93-A242-AD3A-0D83D6195541}" type="pres">
      <dgm:prSet presAssocID="{FE21C460-6B3B-4880-9C12-EED9B7479460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64526A04-3691-4240-B6F0-9A4F47E5B3A5}" type="presOf" srcId="{795B71E3-4D52-4354-A416-EB7FE27AD0CB}" destId="{372302BE-1A6F-F641-87B9-347C4246591A}" srcOrd="0" destOrd="0" presId="urn:microsoft.com/office/officeart/2016/7/layout/VerticalSolidActionList"/>
    <dgm:cxn modelId="{04BEAB24-957C-49E4-8AD5-65EE971ED3DA}" srcId="{46E35EBC-E64D-4A38-80EB-E5EFCE8BD4AD}" destId="{795B71E3-4D52-4354-A416-EB7FE27AD0CB}" srcOrd="2" destOrd="0" parTransId="{A2565BA6-FE2D-469F-91D1-EFF236E67E26}" sibTransId="{23C771F5-0FFC-476A-8C89-5E052F6560E4}"/>
    <dgm:cxn modelId="{D23F3B28-84AC-4D63-9216-3EB63E850ACA}" srcId="{46E35EBC-E64D-4A38-80EB-E5EFCE8BD4AD}" destId="{FE21C460-6B3B-4880-9C12-EED9B7479460}" srcOrd="3" destOrd="0" parTransId="{4110B4C1-F113-4F0F-8DB9-CFEFF030D06E}" sibTransId="{53650713-D195-447E-99F3-42A3642C1E3A}"/>
    <dgm:cxn modelId="{4C58E22C-E636-40C5-8C2E-E973677B90A5}" srcId="{795B71E3-4D52-4354-A416-EB7FE27AD0CB}" destId="{CE82D7C9-F300-4FFC-A9C8-2BE36E285A28}" srcOrd="0" destOrd="0" parTransId="{0F9E9FAB-ACC4-4B1E-92A0-71213AC626A1}" sibTransId="{6B877FE5-290C-4CD4-999F-12CB1264C8CE}"/>
    <dgm:cxn modelId="{3E13BD3A-ED66-FD41-92CC-7836E3C7AC63}" type="presOf" srcId="{9EA8534C-A2AC-4BD7-B410-D3FFA9858278}" destId="{0704D842-9D47-B84F-8470-890CB99B0B78}" srcOrd="0" destOrd="0" presId="urn:microsoft.com/office/officeart/2016/7/layout/VerticalSolidActionList"/>
    <dgm:cxn modelId="{21908F46-0FC8-C445-AC5C-43B88A215351}" type="presOf" srcId="{61C87B29-F4C8-46A9-8AD7-87A7C6123BCC}" destId="{8E63C702-FE02-C745-A5A0-2B9D098D6703}" srcOrd="0" destOrd="0" presId="urn:microsoft.com/office/officeart/2016/7/layout/VerticalSolidActionList"/>
    <dgm:cxn modelId="{9F793449-A2AC-FB4E-A64E-D61ABB2DD510}" type="presOf" srcId="{CE82D7C9-F300-4FFC-A9C8-2BE36E285A28}" destId="{61824569-9D2C-FE4F-8E53-12FB503BFE7B}" srcOrd="0" destOrd="0" presId="urn:microsoft.com/office/officeart/2016/7/layout/VerticalSolidActionList"/>
    <dgm:cxn modelId="{82BE9B4B-82B6-4C4E-943E-3D4350071D95}" type="presOf" srcId="{93C22326-FC4E-4D7F-9E83-4336CE7CAF07}" destId="{8D67B53E-9943-4042-A28C-DB9425F96580}" srcOrd="0" destOrd="0" presId="urn:microsoft.com/office/officeart/2016/7/layout/VerticalSolidActionList"/>
    <dgm:cxn modelId="{8C239C4B-7A4A-4246-8FEF-D75406336921}" srcId="{96D29ECA-B103-4F21-8BF7-BA275E10EC77}" destId="{9EA8534C-A2AC-4BD7-B410-D3FFA9858278}" srcOrd="0" destOrd="0" parTransId="{961B4249-1263-407E-B10C-B421FCE6544F}" sibTransId="{9AED9BD8-51FB-4BD3-BC3C-8D0570653B5D}"/>
    <dgm:cxn modelId="{DB9DBE62-439C-4DC3-B1D2-FB6BC7FD60E9}" srcId="{46E35EBC-E64D-4A38-80EB-E5EFCE8BD4AD}" destId="{96D29ECA-B103-4F21-8BF7-BA275E10EC77}" srcOrd="0" destOrd="0" parTransId="{63EBF755-009D-4A76-9104-134FFF434FB7}" sibTransId="{5A9D703F-B33E-4A09-9151-45DD07D31E30}"/>
    <dgm:cxn modelId="{0E5B448C-2D9C-324B-8F94-557423E6D936}" type="presOf" srcId="{96D29ECA-B103-4F21-8BF7-BA275E10EC77}" destId="{DCC2CA3D-A521-4E44-B9F3-67C3C0ABBFD0}" srcOrd="0" destOrd="0" presId="urn:microsoft.com/office/officeart/2016/7/layout/VerticalSolidActionList"/>
    <dgm:cxn modelId="{F540AFB5-9C5E-A84C-A13A-2DE4276711E2}" type="presOf" srcId="{46E35EBC-E64D-4A38-80EB-E5EFCE8BD4AD}" destId="{A483A1B1-546E-FB4E-8CF8-FCBF1691869F}" srcOrd="0" destOrd="0" presId="urn:microsoft.com/office/officeart/2016/7/layout/VerticalSolidActionList"/>
    <dgm:cxn modelId="{37C463D3-7DCF-D24E-A296-27496A053E23}" type="presOf" srcId="{FE21C460-6B3B-4880-9C12-EED9B7479460}" destId="{A70DC512-18BA-D74C-AF2A-F380A38142D8}" srcOrd="0" destOrd="0" presId="urn:microsoft.com/office/officeart/2016/7/layout/VerticalSolidActionList"/>
    <dgm:cxn modelId="{055D89D3-16FF-4972-9D23-F47D78891DAB}" srcId="{46E35EBC-E64D-4A38-80EB-E5EFCE8BD4AD}" destId="{61C87B29-F4C8-46A9-8AD7-87A7C6123BCC}" srcOrd="1" destOrd="0" parTransId="{595DBA31-15E4-4F97-8E83-5ACC4BC73944}" sibTransId="{52F6C7A3-8536-4C0A-B4FA-89727A02F7CE}"/>
    <dgm:cxn modelId="{CF1B3FEC-B84E-6D4F-94CC-669236B49E62}" type="presOf" srcId="{498561C6-1AA5-49A8-BC06-402CA8341E57}" destId="{C7BD2B4A-5A93-A242-AD3A-0D83D6195541}" srcOrd="0" destOrd="0" presId="urn:microsoft.com/office/officeart/2016/7/layout/VerticalSolidActionList"/>
    <dgm:cxn modelId="{08207AEC-800D-4793-9C43-60F86EFD56AE}" srcId="{FE21C460-6B3B-4880-9C12-EED9B7479460}" destId="{498561C6-1AA5-49A8-BC06-402CA8341E57}" srcOrd="0" destOrd="0" parTransId="{4F809D7B-382B-40A0-9542-7D6A2ED4D5B0}" sibTransId="{5462A37B-C302-4A94-BE89-AAAF2E4990B4}"/>
    <dgm:cxn modelId="{569750FD-FD14-4363-B1E8-A4844A195DB8}" srcId="{61C87B29-F4C8-46A9-8AD7-87A7C6123BCC}" destId="{93C22326-FC4E-4D7F-9E83-4336CE7CAF07}" srcOrd="0" destOrd="0" parTransId="{4277309E-D5B0-44E9-B65C-9647CBD8FE26}" sibTransId="{36A696A3-A509-47C9-A685-5DC861626654}"/>
    <dgm:cxn modelId="{78369B63-6B4F-6B4C-9F31-4E63479CC7EE}" type="presParOf" srcId="{A483A1B1-546E-FB4E-8CF8-FCBF1691869F}" destId="{1BE858DD-D359-544E-BFD3-730AB859E956}" srcOrd="0" destOrd="0" presId="urn:microsoft.com/office/officeart/2016/7/layout/VerticalSolidActionList"/>
    <dgm:cxn modelId="{3E807217-BB4B-B64E-A409-A08C5FE02240}" type="presParOf" srcId="{1BE858DD-D359-544E-BFD3-730AB859E956}" destId="{DCC2CA3D-A521-4E44-B9F3-67C3C0ABBFD0}" srcOrd="0" destOrd="0" presId="urn:microsoft.com/office/officeart/2016/7/layout/VerticalSolidActionList"/>
    <dgm:cxn modelId="{8427EBF1-6D1B-4549-807F-8B3E66158317}" type="presParOf" srcId="{1BE858DD-D359-544E-BFD3-730AB859E956}" destId="{0704D842-9D47-B84F-8470-890CB99B0B78}" srcOrd="1" destOrd="0" presId="urn:microsoft.com/office/officeart/2016/7/layout/VerticalSolidActionList"/>
    <dgm:cxn modelId="{1E91FA18-2E66-F044-A3CC-B61D9DE2D300}" type="presParOf" srcId="{A483A1B1-546E-FB4E-8CF8-FCBF1691869F}" destId="{F3D3A362-7984-694F-92A7-278560A587CA}" srcOrd="1" destOrd="0" presId="urn:microsoft.com/office/officeart/2016/7/layout/VerticalSolidActionList"/>
    <dgm:cxn modelId="{614B459C-D73C-7C4A-AD7F-E5CD5B73A534}" type="presParOf" srcId="{A483A1B1-546E-FB4E-8CF8-FCBF1691869F}" destId="{18D5EE7A-A9E7-D542-8E9D-D9D23A95CAC4}" srcOrd="2" destOrd="0" presId="urn:microsoft.com/office/officeart/2016/7/layout/VerticalSolidActionList"/>
    <dgm:cxn modelId="{23C3258B-2FA2-9740-8782-761083EC4F84}" type="presParOf" srcId="{18D5EE7A-A9E7-D542-8E9D-D9D23A95CAC4}" destId="{8E63C702-FE02-C745-A5A0-2B9D098D6703}" srcOrd="0" destOrd="0" presId="urn:microsoft.com/office/officeart/2016/7/layout/VerticalSolidActionList"/>
    <dgm:cxn modelId="{D59F3E20-D682-FF4B-B0DA-3A034E9FFF54}" type="presParOf" srcId="{18D5EE7A-A9E7-D542-8E9D-D9D23A95CAC4}" destId="{8D67B53E-9943-4042-A28C-DB9425F96580}" srcOrd="1" destOrd="0" presId="urn:microsoft.com/office/officeart/2016/7/layout/VerticalSolidActionList"/>
    <dgm:cxn modelId="{B59EBDD3-927E-B347-B883-1D57591FF0DB}" type="presParOf" srcId="{A483A1B1-546E-FB4E-8CF8-FCBF1691869F}" destId="{8FF15065-BC48-C946-85C0-D67388BBF759}" srcOrd="3" destOrd="0" presId="urn:microsoft.com/office/officeart/2016/7/layout/VerticalSolidActionList"/>
    <dgm:cxn modelId="{CDD7ECCC-5FF0-E94D-BB42-1396752381D6}" type="presParOf" srcId="{A483A1B1-546E-FB4E-8CF8-FCBF1691869F}" destId="{4A2A205E-2390-7E46-9C03-E1A509656E8A}" srcOrd="4" destOrd="0" presId="urn:microsoft.com/office/officeart/2016/7/layout/VerticalSolidActionList"/>
    <dgm:cxn modelId="{A97BE1A5-FCBC-1A4F-BCAF-B82DFC94F11B}" type="presParOf" srcId="{4A2A205E-2390-7E46-9C03-E1A509656E8A}" destId="{372302BE-1A6F-F641-87B9-347C4246591A}" srcOrd="0" destOrd="0" presId="urn:microsoft.com/office/officeart/2016/7/layout/VerticalSolidActionList"/>
    <dgm:cxn modelId="{2BB0AE4E-E940-5749-A81A-9AF8479DC924}" type="presParOf" srcId="{4A2A205E-2390-7E46-9C03-E1A509656E8A}" destId="{61824569-9D2C-FE4F-8E53-12FB503BFE7B}" srcOrd="1" destOrd="0" presId="urn:microsoft.com/office/officeart/2016/7/layout/VerticalSolidActionList"/>
    <dgm:cxn modelId="{4F9E10E3-755C-954A-9429-A0262309B61C}" type="presParOf" srcId="{A483A1B1-546E-FB4E-8CF8-FCBF1691869F}" destId="{6918EB45-6D9F-7040-9B23-F83B5624A270}" srcOrd="5" destOrd="0" presId="urn:microsoft.com/office/officeart/2016/7/layout/VerticalSolidActionList"/>
    <dgm:cxn modelId="{0B3C5003-B0CA-5645-A75C-D086876C866C}" type="presParOf" srcId="{A483A1B1-546E-FB4E-8CF8-FCBF1691869F}" destId="{60C7803E-3581-F74F-A89A-815FF44B6F17}" srcOrd="6" destOrd="0" presId="urn:microsoft.com/office/officeart/2016/7/layout/VerticalSolidActionList"/>
    <dgm:cxn modelId="{1C61E886-9567-8A45-B380-34CC29BDFAFF}" type="presParOf" srcId="{60C7803E-3581-F74F-A89A-815FF44B6F17}" destId="{A70DC512-18BA-D74C-AF2A-F380A38142D8}" srcOrd="0" destOrd="0" presId="urn:microsoft.com/office/officeart/2016/7/layout/VerticalSolidActionList"/>
    <dgm:cxn modelId="{8AEDE51F-CF0C-3848-83B0-D13F59523C9A}" type="presParOf" srcId="{60C7803E-3581-F74F-A89A-815FF44B6F17}" destId="{C7BD2B4A-5A93-A242-AD3A-0D83D6195541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EBAE74C-ADD7-48B9-9D29-603342DE094B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CEEECDC-D709-4BF4-9C04-D42F13B549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need robust KT models and gaming behaviors detections</a:t>
          </a:r>
        </a:p>
      </dgm:t>
    </dgm:pt>
    <dgm:pt modelId="{E5938EE0-23AB-408A-9083-A9C924762AA5}" type="parTrans" cxnId="{B45F524E-1196-48FC-8306-601460B33FD0}">
      <dgm:prSet/>
      <dgm:spPr/>
      <dgm:t>
        <a:bodyPr/>
        <a:lstStyle/>
        <a:p>
          <a:endParaRPr lang="en-US"/>
        </a:p>
      </dgm:t>
    </dgm:pt>
    <dgm:pt modelId="{D1A9CF5B-BB12-4757-8ACF-C7041BB7328B}" type="sibTrans" cxnId="{B45F524E-1196-48FC-8306-601460B33FD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51B9A78-4CE1-4292-8CF5-2CDEA3A13E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ALS can embed real time data quality monitoring the gaming behaviors </a:t>
          </a:r>
        </a:p>
      </dgm:t>
    </dgm:pt>
    <dgm:pt modelId="{926D8CAD-1809-4789-A364-ABBCC0BC1649}" type="parTrans" cxnId="{2967EAF1-89FA-4C97-80A9-E8C5640C2022}">
      <dgm:prSet/>
      <dgm:spPr/>
      <dgm:t>
        <a:bodyPr/>
        <a:lstStyle/>
        <a:p>
          <a:endParaRPr lang="en-US"/>
        </a:p>
      </dgm:t>
    </dgm:pt>
    <dgm:pt modelId="{535BF4FF-6301-4B1A-92F0-CC661272E0B9}" type="sibTrans" cxnId="{2967EAF1-89FA-4C97-80A9-E8C5640C202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4023B86-BCF0-4957-8233-7D70874D0D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Cross-disciplinary insights from DPA detection</a:t>
          </a:r>
        </a:p>
      </dgm:t>
    </dgm:pt>
    <dgm:pt modelId="{4A66448D-C531-4723-913D-D2DFBB69CF82}" type="parTrans" cxnId="{F6E8DB78-39A7-4C47-B5B7-F38EAB78DF92}">
      <dgm:prSet/>
      <dgm:spPr/>
      <dgm:t>
        <a:bodyPr/>
        <a:lstStyle/>
        <a:p>
          <a:endParaRPr lang="en-US"/>
        </a:p>
      </dgm:t>
    </dgm:pt>
    <dgm:pt modelId="{5AAE4E67-27C1-4A76-9120-02A9CE7E2300}" type="sibTrans" cxnId="{F6E8DB78-39A7-4C47-B5B7-F38EAB78DF9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E9EBDBF-5192-4D14-BFDA-4B22DF7BA5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Integrating Learning analytics with adversarial machine learning holds potential</a:t>
          </a:r>
        </a:p>
      </dgm:t>
    </dgm:pt>
    <dgm:pt modelId="{BB7D3D46-0F05-4245-81F5-F01004F11983}" type="parTrans" cxnId="{E3D06524-59F5-4024-9D63-5E5474EFB1E4}">
      <dgm:prSet/>
      <dgm:spPr/>
      <dgm:t>
        <a:bodyPr/>
        <a:lstStyle/>
        <a:p>
          <a:endParaRPr lang="en-US"/>
        </a:p>
      </dgm:t>
    </dgm:pt>
    <dgm:pt modelId="{8936E38F-73E6-4D8F-83FC-D7C41EB101E3}" type="sibTrans" cxnId="{E3D06524-59F5-4024-9D63-5E5474EFB1E4}">
      <dgm:prSet/>
      <dgm:spPr/>
      <dgm:t>
        <a:bodyPr/>
        <a:lstStyle/>
        <a:p>
          <a:endParaRPr lang="en-US"/>
        </a:p>
      </dgm:t>
    </dgm:pt>
    <dgm:pt modelId="{D989EC6F-C421-4A55-BE87-447B827D9977}" type="pres">
      <dgm:prSet presAssocID="{9EBAE74C-ADD7-48B9-9D29-603342DE094B}" presName="root" presStyleCnt="0">
        <dgm:presLayoutVars>
          <dgm:dir/>
          <dgm:resizeHandles val="exact"/>
        </dgm:presLayoutVars>
      </dgm:prSet>
      <dgm:spPr/>
    </dgm:pt>
    <dgm:pt modelId="{40339324-769D-4A9A-975A-92BA0EC69076}" type="pres">
      <dgm:prSet presAssocID="{9EBAE74C-ADD7-48B9-9D29-603342DE094B}" presName="container" presStyleCnt="0">
        <dgm:presLayoutVars>
          <dgm:dir/>
          <dgm:resizeHandles val="exact"/>
        </dgm:presLayoutVars>
      </dgm:prSet>
      <dgm:spPr/>
    </dgm:pt>
    <dgm:pt modelId="{344198BA-61AF-48D1-B4F0-B6B580CC9AB2}" type="pres">
      <dgm:prSet presAssocID="{2CEEECDC-D709-4BF4-9C04-D42F13B549F7}" presName="compNode" presStyleCnt="0"/>
      <dgm:spPr/>
    </dgm:pt>
    <dgm:pt modelId="{2FBF1C43-9D70-40D0-B208-997170FC6311}" type="pres">
      <dgm:prSet presAssocID="{2CEEECDC-D709-4BF4-9C04-D42F13B549F7}" presName="iconBgRect" presStyleLbl="bgShp" presStyleIdx="0" presStyleCnt="4"/>
      <dgm:spPr/>
    </dgm:pt>
    <dgm:pt modelId="{9A4B3B4E-83E1-4438-9CD2-E25DFEA7EDCE}" type="pres">
      <dgm:prSet presAssocID="{2CEEECDC-D709-4BF4-9C04-D42F13B549F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B9E7A3D6-E41D-43AB-A923-84B0B41B4CAF}" type="pres">
      <dgm:prSet presAssocID="{2CEEECDC-D709-4BF4-9C04-D42F13B549F7}" presName="spaceRect" presStyleCnt="0"/>
      <dgm:spPr/>
    </dgm:pt>
    <dgm:pt modelId="{9B094A3F-5390-4A79-A3E9-80582FD7E09D}" type="pres">
      <dgm:prSet presAssocID="{2CEEECDC-D709-4BF4-9C04-D42F13B549F7}" presName="textRect" presStyleLbl="revTx" presStyleIdx="0" presStyleCnt="4">
        <dgm:presLayoutVars>
          <dgm:chMax val="1"/>
          <dgm:chPref val="1"/>
        </dgm:presLayoutVars>
      </dgm:prSet>
      <dgm:spPr/>
    </dgm:pt>
    <dgm:pt modelId="{A497E75C-2FF9-4811-BAAB-67ACC34BC5E3}" type="pres">
      <dgm:prSet presAssocID="{D1A9CF5B-BB12-4757-8ACF-C7041BB7328B}" presName="sibTrans" presStyleLbl="sibTrans2D1" presStyleIdx="0" presStyleCnt="0"/>
      <dgm:spPr/>
    </dgm:pt>
    <dgm:pt modelId="{0190E6D6-5806-4FA5-94AD-57F946B50D65}" type="pres">
      <dgm:prSet presAssocID="{251B9A78-4CE1-4292-8CF5-2CDEA3A13E12}" presName="compNode" presStyleCnt="0"/>
      <dgm:spPr/>
    </dgm:pt>
    <dgm:pt modelId="{7E73F63F-DF92-4607-9081-925A634EA67C}" type="pres">
      <dgm:prSet presAssocID="{251B9A78-4CE1-4292-8CF5-2CDEA3A13E12}" presName="iconBgRect" presStyleLbl="bgShp" presStyleIdx="1" presStyleCnt="4"/>
      <dgm:spPr/>
    </dgm:pt>
    <dgm:pt modelId="{B681A9C6-E846-4788-8018-0F436549A934}" type="pres">
      <dgm:prSet presAssocID="{251B9A78-4CE1-4292-8CF5-2CDEA3A13E1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60C418A-EFF7-4A83-BE63-E8A6E76F084B}" type="pres">
      <dgm:prSet presAssocID="{251B9A78-4CE1-4292-8CF5-2CDEA3A13E12}" presName="spaceRect" presStyleCnt="0"/>
      <dgm:spPr/>
    </dgm:pt>
    <dgm:pt modelId="{866ACB7E-AA8A-47E1-A6C1-36185434AE0B}" type="pres">
      <dgm:prSet presAssocID="{251B9A78-4CE1-4292-8CF5-2CDEA3A13E12}" presName="textRect" presStyleLbl="revTx" presStyleIdx="1" presStyleCnt="4">
        <dgm:presLayoutVars>
          <dgm:chMax val="1"/>
          <dgm:chPref val="1"/>
        </dgm:presLayoutVars>
      </dgm:prSet>
      <dgm:spPr/>
    </dgm:pt>
    <dgm:pt modelId="{D5BACE3A-5FA3-4279-9288-9433FA07984F}" type="pres">
      <dgm:prSet presAssocID="{535BF4FF-6301-4B1A-92F0-CC661272E0B9}" presName="sibTrans" presStyleLbl="sibTrans2D1" presStyleIdx="0" presStyleCnt="0"/>
      <dgm:spPr/>
    </dgm:pt>
    <dgm:pt modelId="{1230CE35-9F57-4FC4-AB5D-526132CEDD8A}" type="pres">
      <dgm:prSet presAssocID="{A4023B86-BCF0-4957-8233-7D70874D0DCB}" presName="compNode" presStyleCnt="0"/>
      <dgm:spPr/>
    </dgm:pt>
    <dgm:pt modelId="{3C69B1EA-F910-43FB-8B7A-CDC8E67C4C0F}" type="pres">
      <dgm:prSet presAssocID="{A4023B86-BCF0-4957-8233-7D70874D0DCB}" presName="iconBgRect" presStyleLbl="bgShp" presStyleIdx="2" presStyleCnt="4"/>
      <dgm:spPr/>
    </dgm:pt>
    <dgm:pt modelId="{5EC35568-9C73-4542-8BEF-55A42A04CA63}" type="pres">
      <dgm:prSet presAssocID="{A4023B86-BCF0-4957-8233-7D70874D0DC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E6A9F67-2206-4A4B-8B13-88ABE97B624C}" type="pres">
      <dgm:prSet presAssocID="{A4023B86-BCF0-4957-8233-7D70874D0DCB}" presName="spaceRect" presStyleCnt="0"/>
      <dgm:spPr/>
    </dgm:pt>
    <dgm:pt modelId="{8D1C36AE-667E-4BB7-9C05-B1BB5E599213}" type="pres">
      <dgm:prSet presAssocID="{A4023B86-BCF0-4957-8233-7D70874D0DCB}" presName="textRect" presStyleLbl="revTx" presStyleIdx="2" presStyleCnt="4">
        <dgm:presLayoutVars>
          <dgm:chMax val="1"/>
          <dgm:chPref val="1"/>
        </dgm:presLayoutVars>
      </dgm:prSet>
      <dgm:spPr/>
    </dgm:pt>
    <dgm:pt modelId="{FF67AA04-05C2-4D11-BA18-97F41548D5CC}" type="pres">
      <dgm:prSet presAssocID="{5AAE4E67-27C1-4A76-9120-02A9CE7E2300}" presName="sibTrans" presStyleLbl="sibTrans2D1" presStyleIdx="0" presStyleCnt="0"/>
      <dgm:spPr/>
    </dgm:pt>
    <dgm:pt modelId="{B697A010-A10B-4EE8-948C-E0FF1B583F33}" type="pres">
      <dgm:prSet presAssocID="{AE9EBDBF-5192-4D14-BFDA-4B22DF7BA537}" presName="compNode" presStyleCnt="0"/>
      <dgm:spPr/>
    </dgm:pt>
    <dgm:pt modelId="{7EB5B8D8-754B-420E-93CC-11815EA20E75}" type="pres">
      <dgm:prSet presAssocID="{AE9EBDBF-5192-4D14-BFDA-4B22DF7BA537}" presName="iconBgRect" presStyleLbl="bgShp" presStyleIdx="3" presStyleCnt="4"/>
      <dgm:spPr/>
    </dgm:pt>
    <dgm:pt modelId="{7C62D664-12D0-46A6-8871-001F2757BFEC}" type="pres">
      <dgm:prSet presAssocID="{AE9EBDBF-5192-4D14-BFDA-4B22DF7BA53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A718527-B85C-412A-AE54-6C6B11FB3B13}" type="pres">
      <dgm:prSet presAssocID="{AE9EBDBF-5192-4D14-BFDA-4B22DF7BA537}" presName="spaceRect" presStyleCnt="0"/>
      <dgm:spPr/>
    </dgm:pt>
    <dgm:pt modelId="{A781BB8B-A311-4502-A406-9D329A0EB708}" type="pres">
      <dgm:prSet presAssocID="{AE9EBDBF-5192-4D14-BFDA-4B22DF7BA53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B0B7B12-6D78-419A-8A37-BDAE3C91D1B5}" type="presOf" srcId="{9EBAE74C-ADD7-48B9-9D29-603342DE094B}" destId="{D989EC6F-C421-4A55-BE87-447B827D9977}" srcOrd="0" destOrd="0" presId="urn:microsoft.com/office/officeart/2018/2/layout/IconCircleList"/>
    <dgm:cxn modelId="{E3D06524-59F5-4024-9D63-5E5474EFB1E4}" srcId="{9EBAE74C-ADD7-48B9-9D29-603342DE094B}" destId="{AE9EBDBF-5192-4D14-BFDA-4B22DF7BA537}" srcOrd="3" destOrd="0" parTransId="{BB7D3D46-0F05-4245-81F5-F01004F11983}" sibTransId="{8936E38F-73E6-4D8F-83FC-D7C41EB101E3}"/>
    <dgm:cxn modelId="{4AB61832-A5E8-4FF4-9F5F-1196EF85FE98}" type="presOf" srcId="{2CEEECDC-D709-4BF4-9C04-D42F13B549F7}" destId="{9B094A3F-5390-4A79-A3E9-80582FD7E09D}" srcOrd="0" destOrd="0" presId="urn:microsoft.com/office/officeart/2018/2/layout/IconCircleList"/>
    <dgm:cxn modelId="{48F8A64D-7356-402A-8214-9DA6D1ACEB15}" type="presOf" srcId="{A4023B86-BCF0-4957-8233-7D70874D0DCB}" destId="{8D1C36AE-667E-4BB7-9C05-B1BB5E599213}" srcOrd="0" destOrd="0" presId="urn:microsoft.com/office/officeart/2018/2/layout/IconCircleList"/>
    <dgm:cxn modelId="{B45F524E-1196-48FC-8306-601460B33FD0}" srcId="{9EBAE74C-ADD7-48B9-9D29-603342DE094B}" destId="{2CEEECDC-D709-4BF4-9C04-D42F13B549F7}" srcOrd="0" destOrd="0" parTransId="{E5938EE0-23AB-408A-9083-A9C924762AA5}" sibTransId="{D1A9CF5B-BB12-4757-8ACF-C7041BB7328B}"/>
    <dgm:cxn modelId="{ED38286C-40E3-49F6-BEFA-5CBA2F2FDE7D}" type="presOf" srcId="{AE9EBDBF-5192-4D14-BFDA-4B22DF7BA537}" destId="{A781BB8B-A311-4502-A406-9D329A0EB708}" srcOrd="0" destOrd="0" presId="urn:microsoft.com/office/officeart/2018/2/layout/IconCircleList"/>
    <dgm:cxn modelId="{F6E8DB78-39A7-4C47-B5B7-F38EAB78DF92}" srcId="{9EBAE74C-ADD7-48B9-9D29-603342DE094B}" destId="{A4023B86-BCF0-4957-8233-7D70874D0DCB}" srcOrd="2" destOrd="0" parTransId="{4A66448D-C531-4723-913D-D2DFBB69CF82}" sibTransId="{5AAE4E67-27C1-4A76-9120-02A9CE7E2300}"/>
    <dgm:cxn modelId="{12EFBC7E-ECB1-4919-AA53-D843CFDA2D59}" type="presOf" srcId="{251B9A78-4CE1-4292-8CF5-2CDEA3A13E12}" destId="{866ACB7E-AA8A-47E1-A6C1-36185434AE0B}" srcOrd="0" destOrd="0" presId="urn:microsoft.com/office/officeart/2018/2/layout/IconCircleList"/>
    <dgm:cxn modelId="{3B2C0883-0BE2-462A-AC24-5E3F779586A2}" type="presOf" srcId="{5AAE4E67-27C1-4A76-9120-02A9CE7E2300}" destId="{FF67AA04-05C2-4D11-BA18-97F41548D5CC}" srcOrd="0" destOrd="0" presId="urn:microsoft.com/office/officeart/2018/2/layout/IconCircleList"/>
    <dgm:cxn modelId="{0B600CA0-33B3-4F0C-9795-6165870BD0A5}" type="presOf" srcId="{D1A9CF5B-BB12-4757-8ACF-C7041BB7328B}" destId="{A497E75C-2FF9-4811-BAAB-67ACC34BC5E3}" srcOrd="0" destOrd="0" presId="urn:microsoft.com/office/officeart/2018/2/layout/IconCircleList"/>
    <dgm:cxn modelId="{F3405FDE-E746-49F3-ACE3-890F28011462}" type="presOf" srcId="{535BF4FF-6301-4B1A-92F0-CC661272E0B9}" destId="{D5BACE3A-5FA3-4279-9288-9433FA07984F}" srcOrd="0" destOrd="0" presId="urn:microsoft.com/office/officeart/2018/2/layout/IconCircleList"/>
    <dgm:cxn modelId="{2967EAF1-89FA-4C97-80A9-E8C5640C2022}" srcId="{9EBAE74C-ADD7-48B9-9D29-603342DE094B}" destId="{251B9A78-4CE1-4292-8CF5-2CDEA3A13E12}" srcOrd="1" destOrd="0" parTransId="{926D8CAD-1809-4789-A364-ABBCC0BC1649}" sibTransId="{535BF4FF-6301-4B1A-92F0-CC661272E0B9}"/>
    <dgm:cxn modelId="{3117A308-80DC-4DE1-B36C-FB3EB38B2627}" type="presParOf" srcId="{D989EC6F-C421-4A55-BE87-447B827D9977}" destId="{40339324-769D-4A9A-975A-92BA0EC69076}" srcOrd="0" destOrd="0" presId="urn:microsoft.com/office/officeart/2018/2/layout/IconCircleList"/>
    <dgm:cxn modelId="{B1969CCF-C389-45EE-8DCA-9FF18A874EEA}" type="presParOf" srcId="{40339324-769D-4A9A-975A-92BA0EC69076}" destId="{344198BA-61AF-48D1-B4F0-B6B580CC9AB2}" srcOrd="0" destOrd="0" presId="urn:microsoft.com/office/officeart/2018/2/layout/IconCircleList"/>
    <dgm:cxn modelId="{635DC839-F24C-476E-BF60-6DCA7DA98901}" type="presParOf" srcId="{344198BA-61AF-48D1-B4F0-B6B580CC9AB2}" destId="{2FBF1C43-9D70-40D0-B208-997170FC6311}" srcOrd="0" destOrd="0" presId="urn:microsoft.com/office/officeart/2018/2/layout/IconCircleList"/>
    <dgm:cxn modelId="{F9B945EF-7EB5-4A4D-8CFA-F0ACC890903C}" type="presParOf" srcId="{344198BA-61AF-48D1-B4F0-B6B580CC9AB2}" destId="{9A4B3B4E-83E1-4438-9CD2-E25DFEA7EDCE}" srcOrd="1" destOrd="0" presId="urn:microsoft.com/office/officeart/2018/2/layout/IconCircleList"/>
    <dgm:cxn modelId="{EBE5E4B2-ABB8-44BA-9BF0-5C3BB9BFD342}" type="presParOf" srcId="{344198BA-61AF-48D1-B4F0-B6B580CC9AB2}" destId="{B9E7A3D6-E41D-43AB-A923-84B0B41B4CAF}" srcOrd="2" destOrd="0" presId="urn:microsoft.com/office/officeart/2018/2/layout/IconCircleList"/>
    <dgm:cxn modelId="{D26B8D2D-FCEA-45EE-8B53-8C6205713171}" type="presParOf" srcId="{344198BA-61AF-48D1-B4F0-B6B580CC9AB2}" destId="{9B094A3F-5390-4A79-A3E9-80582FD7E09D}" srcOrd="3" destOrd="0" presId="urn:microsoft.com/office/officeart/2018/2/layout/IconCircleList"/>
    <dgm:cxn modelId="{77674C70-BE2F-45AE-B9A8-505DDDD0AEBF}" type="presParOf" srcId="{40339324-769D-4A9A-975A-92BA0EC69076}" destId="{A497E75C-2FF9-4811-BAAB-67ACC34BC5E3}" srcOrd="1" destOrd="0" presId="urn:microsoft.com/office/officeart/2018/2/layout/IconCircleList"/>
    <dgm:cxn modelId="{ADD0AC3C-D955-42BC-A5D9-50732EE0E404}" type="presParOf" srcId="{40339324-769D-4A9A-975A-92BA0EC69076}" destId="{0190E6D6-5806-4FA5-94AD-57F946B50D65}" srcOrd="2" destOrd="0" presId="urn:microsoft.com/office/officeart/2018/2/layout/IconCircleList"/>
    <dgm:cxn modelId="{C6D3422F-3913-4CE7-BDBD-E3A97F8F04BF}" type="presParOf" srcId="{0190E6D6-5806-4FA5-94AD-57F946B50D65}" destId="{7E73F63F-DF92-4607-9081-925A634EA67C}" srcOrd="0" destOrd="0" presId="urn:microsoft.com/office/officeart/2018/2/layout/IconCircleList"/>
    <dgm:cxn modelId="{077205B7-2FCB-4638-938D-CDC91F40F025}" type="presParOf" srcId="{0190E6D6-5806-4FA5-94AD-57F946B50D65}" destId="{B681A9C6-E846-4788-8018-0F436549A934}" srcOrd="1" destOrd="0" presId="urn:microsoft.com/office/officeart/2018/2/layout/IconCircleList"/>
    <dgm:cxn modelId="{E448D5CC-997C-4ED4-A184-5646ABABC665}" type="presParOf" srcId="{0190E6D6-5806-4FA5-94AD-57F946B50D65}" destId="{060C418A-EFF7-4A83-BE63-E8A6E76F084B}" srcOrd="2" destOrd="0" presId="urn:microsoft.com/office/officeart/2018/2/layout/IconCircleList"/>
    <dgm:cxn modelId="{FD740192-4679-4A28-AE81-3062A1A38626}" type="presParOf" srcId="{0190E6D6-5806-4FA5-94AD-57F946B50D65}" destId="{866ACB7E-AA8A-47E1-A6C1-36185434AE0B}" srcOrd="3" destOrd="0" presId="urn:microsoft.com/office/officeart/2018/2/layout/IconCircleList"/>
    <dgm:cxn modelId="{3D71090B-4EA3-4B55-A2D8-CF07BA56A6EC}" type="presParOf" srcId="{40339324-769D-4A9A-975A-92BA0EC69076}" destId="{D5BACE3A-5FA3-4279-9288-9433FA07984F}" srcOrd="3" destOrd="0" presId="urn:microsoft.com/office/officeart/2018/2/layout/IconCircleList"/>
    <dgm:cxn modelId="{339F82A6-946D-4801-BE2D-439FEA14C1B6}" type="presParOf" srcId="{40339324-769D-4A9A-975A-92BA0EC69076}" destId="{1230CE35-9F57-4FC4-AB5D-526132CEDD8A}" srcOrd="4" destOrd="0" presId="urn:microsoft.com/office/officeart/2018/2/layout/IconCircleList"/>
    <dgm:cxn modelId="{7077AC4A-832B-4B2A-93D6-2C09D6010BB7}" type="presParOf" srcId="{1230CE35-9F57-4FC4-AB5D-526132CEDD8A}" destId="{3C69B1EA-F910-43FB-8B7A-CDC8E67C4C0F}" srcOrd="0" destOrd="0" presId="urn:microsoft.com/office/officeart/2018/2/layout/IconCircleList"/>
    <dgm:cxn modelId="{A59669CA-F734-4E14-8A24-CE97DF24179E}" type="presParOf" srcId="{1230CE35-9F57-4FC4-AB5D-526132CEDD8A}" destId="{5EC35568-9C73-4542-8BEF-55A42A04CA63}" srcOrd="1" destOrd="0" presId="urn:microsoft.com/office/officeart/2018/2/layout/IconCircleList"/>
    <dgm:cxn modelId="{0E986B82-801E-4EC7-871E-D7DEE83A3ECE}" type="presParOf" srcId="{1230CE35-9F57-4FC4-AB5D-526132CEDD8A}" destId="{4E6A9F67-2206-4A4B-8B13-88ABE97B624C}" srcOrd="2" destOrd="0" presId="urn:microsoft.com/office/officeart/2018/2/layout/IconCircleList"/>
    <dgm:cxn modelId="{ACDBBA64-3064-47D6-9975-2092C2E5F92C}" type="presParOf" srcId="{1230CE35-9F57-4FC4-AB5D-526132CEDD8A}" destId="{8D1C36AE-667E-4BB7-9C05-B1BB5E599213}" srcOrd="3" destOrd="0" presId="urn:microsoft.com/office/officeart/2018/2/layout/IconCircleList"/>
    <dgm:cxn modelId="{6A3A7EEF-B13F-4EF1-8464-BAE6547FD4EC}" type="presParOf" srcId="{40339324-769D-4A9A-975A-92BA0EC69076}" destId="{FF67AA04-05C2-4D11-BA18-97F41548D5CC}" srcOrd="5" destOrd="0" presId="urn:microsoft.com/office/officeart/2018/2/layout/IconCircleList"/>
    <dgm:cxn modelId="{51243E44-F8EE-4CFE-98AA-F271085EAF28}" type="presParOf" srcId="{40339324-769D-4A9A-975A-92BA0EC69076}" destId="{B697A010-A10B-4EE8-948C-E0FF1B583F33}" srcOrd="6" destOrd="0" presId="urn:microsoft.com/office/officeart/2018/2/layout/IconCircleList"/>
    <dgm:cxn modelId="{E873863E-66EC-4BAA-91CF-D515A33C4D8C}" type="presParOf" srcId="{B697A010-A10B-4EE8-948C-E0FF1B583F33}" destId="{7EB5B8D8-754B-420E-93CC-11815EA20E75}" srcOrd="0" destOrd="0" presId="urn:microsoft.com/office/officeart/2018/2/layout/IconCircleList"/>
    <dgm:cxn modelId="{C5109298-7612-4F55-9609-66F68F136BAD}" type="presParOf" srcId="{B697A010-A10B-4EE8-948C-E0FF1B583F33}" destId="{7C62D664-12D0-46A6-8871-001F2757BFEC}" srcOrd="1" destOrd="0" presId="urn:microsoft.com/office/officeart/2018/2/layout/IconCircleList"/>
    <dgm:cxn modelId="{17489C46-55D2-403D-B79B-ED29E1E2D622}" type="presParOf" srcId="{B697A010-A10B-4EE8-948C-E0FF1B583F33}" destId="{BA718527-B85C-412A-AE54-6C6B11FB3B13}" srcOrd="2" destOrd="0" presId="urn:microsoft.com/office/officeart/2018/2/layout/IconCircleList"/>
    <dgm:cxn modelId="{0EAECA05-9AA1-4107-98E5-8B9206A9963F}" type="presParOf" srcId="{B697A010-A10B-4EE8-948C-E0FF1B583F33}" destId="{A781BB8B-A311-4502-A406-9D329A0EB70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A3FFE3-3487-4370-8B0F-D24AA230C4E6}">
      <dsp:nvSpPr>
        <dsp:cNvPr id="0" name=""/>
        <dsp:cNvSpPr/>
      </dsp:nvSpPr>
      <dsp:spPr>
        <a:xfrm>
          <a:off x="0" y="706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030070-3B6B-4782-9F45-96CB623496ED}">
      <dsp:nvSpPr>
        <dsp:cNvPr id="0" name=""/>
        <dsp:cNvSpPr/>
      </dsp:nvSpPr>
      <dsp:spPr>
        <a:xfrm>
          <a:off x="500008" y="372613"/>
          <a:ext cx="909106" cy="9091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565167-F863-4C3F-BBD6-B0187CC2A86F}">
      <dsp:nvSpPr>
        <dsp:cNvPr id="0" name=""/>
        <dsp:cNvSpPr/>
      </dsp:nvSpPr>
      <dsp:spPr>
        <a:xfrm>
          <a:off x="1909124" y="706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KT models behind adaptive learning system are highly sensitive to data quality </a:t>
          </a:r>
        </a:p>
      </dsp:txBody>
      <dsp:txXfrm>
        <a:off x="1909124" y="706"/>
        <a:ext cx="5040315" cy="1652921"/>
      </dsp:txXfrm>
    </dsp:sp>
    <dsp:sp modelId="{53FE0A43-57A0-4920-9605-15EFB1FC6186}">
      <dsp:nvSpPr>
        <dsp:cNvPr id="0" name=""/>
        <dsp:cNvSpPr/>
      </dsp:nvSpPr>
      <dsp:spPr>
        <a:xfrm>
          <a:off x="0" y="2066858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8CC493-4113-4FC9-BEF5-239C4734B9C3}">
      <dsp:nvSpPr>
        <dsp:cNvPr id="0" name=""/>
        <dsp:cNvSpPr/>
      </dsp:nvSpPr>
      <dsp:spPr>
        <a:xfrm>
          <a:off x="500008" y="2438765"/>
          <a:ext cx="909106" cy="9091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027337-58A8-45AD-9F9A-6E0BAC485A86}">
      <dsp:nvSpPr>
        <dsp:cNvPr id="0" name=""/>
        <dsp:cNvSpPr/>
      </dsp:nvSpPr>
      <dsp:spPr>
        <a:xfrm>
          <a:off x="1909124" y="2066858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Gaming the system behaviors messing our data and violate the assumption of KT models</a:t>
          </a:r>
        </a:p>
      </dsp:txBody>
      <dsp:txXfrm>
        <a:off x="1909124" y="2066858"/>
        <a:ext cx="5040315" cy="1652921"/>
      </dsp:txXfrm>
    </dsp:sp>
    <dsp:sp modelId="{C3B24CFF-192E-41DC-9CAB-2F041E7C8425}">
      <dsp:nvSpPr>
        <dsp:cNvPr id="0" name=""/>
        <dsp:cNvSpPr/>
      </dsp:nvSpPr>
      <dsp:spPr>
        <a:xfrm>
          <a:off x="0" y="4133010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E356FB-DF24-474B-96AF-8B9FF7B604E4}">
      <dsp:nvSpPr>
        <dsp:cNvPr id="0" name=""/>
        <dsp:cNvSpPr/>
      </dsp:nvSpPr>
      <dsp:spPr>
        <a:xfrm>
          <a:off x="500008" y="4504917"/>
          <a:ext cx="909106" cy="9091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E5AFC2-A678-41B9-A116-CA23826D3A89}">
      <dsp:nvSpPr>
        <dsp:cNvPr id="0" name=""/>
        <dsp:cNvSpPr/>
      </dsp:nvSpPr>
      <dsp:spPr>
        <a:xfrm>
          <a:off x="1909124" y="4133010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Labelling gaming data is very cost and can’t capture the diversity </a:t>
          </a:r>
        </a:p>
      </dsp:txBody>
      <dsp:txXfrm>
        <a:off x="1909124" y="4133010"/>
        <a:ext cx="5040315" cy="16529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BBD751-874E-A442-AA3E-E97ED9588CA0}">
      <dsp:nvSpPr>
        <dsp:cNvPr id="0" name=""/>
        <dsp:cNvSpPr/>
      </dsp:nvSpPr>
      <dsp:spPr>
        <a:xfrm>
          <a:off x="0" y="2825"/>
          <a:ext cx="69494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AC66D9-9C78-444B-861C-313B86CD3A40}">
      <dsp:nvSpPr>
        <dsp:cNvPr id="0" name=""/>
        <dsp:cNvSpPr/>
      </dsp:nvSpPr>
      <dsp:spPr>
        <a:xfrm>
          <a:off x="0" y="2825"/>
          <a:ext cx="6949440" cy="1926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RQ1: How can data poisoning attacks be leveraged to simulate students’ gaming behaviors in ALS? </a:t>
          </a:r>
          <a:endParaRPr lang="en-US" sz="3000" kern="1200"/>
        </a:p>
      </dsp:txBody>
      <dsp:txXfrm>
        <a:off x="0" y="2825"/>
        <a:ext cx="6949440" cy="1926995"/>
      </dsp:txXfrm>
    </dsp:sp>
    <dsp:sp modelId="{1DE43369-702C-CC4F-AF9F-BC0300A9A762}">
      <dsp:nvSpPr>
        <dsp:cNvPr id="0" name=""/>
        <dsp:cNvSpPr/>
      </dsp:nvSpPr>
      <dsp:spPr>
        <a:xfrm>
          <a:off x="0" y="1929821"/>
          <a:ext cx="6949440" cy="0"/>
        </a:xfrm>
        <a:prstGeom prst="line">
          <a:avLst/>
        </a:prstGeom>
        <a:solidFill>
          <a:schemeClr val="accent2">
            <a:hueOff val="-520665"/>
            <a:satOff val="-10816"/>
            <a:lumOff val="-2941"/>
            <a:alphaOff val="0"/>
          </a:schemeClr>
        </a:solidFill>
        <a:ln w="12700" cap="flat" cmpd="sng" algn="ctr">
          <a:solidFill>
            <a:schemeClr val="accent2">
              <a:hueOff val="-520665"/>
              <a:satOff val="-10816"/>
              <a:lumOff val="-2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73ECE-2F51-324E-9BF9-934003C3D2F1}">
      <dsp:nvSpPr>
        <dsp:cNvPr id="0" name=""/>
        <dsp:cNvSpPr/>
      </dsp:nvSpPr>
      <dsp:spPr>
        <a:xfrm>
          <a:off x="0" y="1929821"/>
          <a:ext cx="6949440" cy="1926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RQ2: Do different types of simulated gaming behaviors have distinct effects on KT models performance? </a:t>
          </a:r>
          <a:endParaRPr lang="en-US" sz="3000" kern="1200"/>
        </a:p>
      </dsp:txBody>
      <dsp:txXfrm>
        <a:off x="0" y="1929821"/>
        <a:ext cx="6949440" cy="1926995"/>
      </dsp:txXfrm>
    </dsp:sp>
    <dsp:sp modelId="{30A96B2B-302A-834D-A657-E19B442D72DE}">
      <dsp:nvSpPr>
        <dsp:cNvPr id="0" name=""/>
        <dsp:cNvSpPr/>
      </dsp:nvSpPr>
      <dsp:spPr>
        <a:xfrm>
          <a:off x="0" y="3856816"/>
          <a:ext cx="6949440" cy="0"/>
        </a:xfrm>
        <a:prstGeom prst="line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accent2">
              <a:hueOff val="-1041329"/>
              <a:satOff val="-21631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D2FC91-52AE-8A4C-A3CF-BA50F14B77D7}">
      <dsp:nvSpPr>
        <dsp:cNvPr id="0" name=""/>
        <dsp:cNvSpPr/>
      </dsp:nvSpPr>
      <dsp:spPr>
        <a:xfrm>
          <a:off x="0" y="3856816"/>
          <a:ext cx="6949440" cy="1926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RQ3: What insights can DPA detection methods provide for traditional gaming behaviors detection?</a:t>
          </a:r>
          <a:endParaRPr lang="en-US" sz="3000" kern="1200"/>
        </a:p>
      </dsp:txBody>
      <dsp:txXfrm>
        <a:off x="0" y="3856816"/>
        <a:ext cx="6949440" cy="19269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C598B-E432-BB45-A89F-57CEDF332E26}">
      <dsp:nvSpPr>
        <dsp:cNvPr id="0" name=""/>
        <dsp:cNvSpPr/>
      </dsp:nvSpPr>
      <dsp:spPr>
        <a:xfrm>
          <a:off x="0" y="2825"/>
          <a:ext cx="69494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998D19-2658-EA4A-AC07-B88B6BB1D78F}">
      <dsp:nvSpPr>
        <dsp:cNvPr id="0" name=""/>
        <dsp:cNvSpPr/>
      </dsp:nvSpPr>
      <dsp:spPr>
        <a:xfrm>
          <a:off x="0" y="2825"/>
          <a:ext cx="6949440" cy="1926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(1) Insert 3–5 hint request records (“hint_request”) into the data for randomly selected students and questions, with intervals of 0.5–1 second.</a:t>
          </a:r>
          <a:endParaRPr lang="en-US" sz="2400" kern="1200"/>
        </a:p>
      </dsp:txBody>
      <dsp:txXfrm>
        <a:off x="0" y="2825"/>
        <a:ext cx="6949440" cy="1926995"/>
      </dsp:txXfrm>
    </dsp:sp>
    <dsp:sp modelId="{27AE30F5-D7F5-9745-970F-F8126089AA68}">
      <dsp:nvSpPr>
        <dsp:cNvPr id="0" name=""/>
        <dsp:cNvSpPr/>
      </dsp:nvSpPr>
      <dsp:spPr>
        <a:xfrm>
          <a:off x="0" y="1929821"/>
          <a:ext cx="6949440" cy="0"/>
        </a:xfrm>
        <a:prstGeom prst="line">
          <a:avLst/>
        </a:prstGeom>
        <a:solidFill>
          <a:schemeClr val="accent2">
            <a:hueOff val="-520665"/>
            <a:satOff val="-10816"/>
            <a:lumOff val="-2941"/>
            <a:alphaOff val="0"/>
          </a:schemeClr>
        </a:solidFill>
        <a:ln w="12700" cap="flat" cmpd="sng" algn="ctr">
          <a:solidFill>
            <a:schemeClr val="accent2">
              <a:hueOff val="-520665"/>
              <a:satOff val="-10816"/>
              <a:lumOff val="-2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2BE18A-773E-514B-8A33-F8ACCD406D2D}">
      <dsp:nvSpPr>
        <dsp:cNvPr id="0" name=""/>
        <dsp:cNvSpPr/>
      </dsp:nvSpPr>
      <dsp:spPr>
        <a:xfrm>
          <a:off x="0" y="1929821"/>
          <a:ext cx="6949440" cy="1926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(2) After the final hint request, simulate the submission of a correct answer with a response time of 0.5 seconds, representing rapid copying behavior. </a:t>
          </a:r>
          <a:endParaRPr lang="en-US" sz="2400" kern="1200"/>
        </a:p>
      </dsp:txBody>
      <dsp:txXfrm>
        <a:off x="0" y="1929821"/>
        <a:ext cx="6949440" cy="1926995"/>
      </dsp:txXfrm>
    </dsp:sp>
    <dsp:sp modelId="{8F945B8B-D249-4547-B331-4ED0AA75C571}">
      <dsp:nvSpPr>
        <dsp:cNvPr id="0" name=""/>
        <dsp:cNvSpPr/>
      </dsp:nvSpPr>
      <dsp:spPr>
        <a:xfrm>
          <a:off x="0" y="3856816"/>
          <a:ext cx="6949440" cy="0"/>
        </a:xfrm>
        <a:prstGeom prst="line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accent2">
              <a:hueOff val="-1041329"/>
              <a:satOff val="-21631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0BFDED-16B8-5C42-A50B-D50CB398B36D}">
      <dsp:nvSpPr>
        <dsp:cNvPr id="0" name=""/>
        <dsp:cNvSpPr/>
      </dsp:nvSpPr>
      <dsp:spPr>
        <a:xfrm>
          <a:off x="0" y="3856816"/>
          <a:ext cx="6949440" cy="1926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(3) For 50% of the hint request records, omit corresponding answer submissions, reflecting students who skip intermediate hints and seek only the bottom-out hint without meaningful engagement</a:t>
          </a:r>
          <a:endParaRPr lang="en-US" sz="2400" kern="1200"/>
        </a:p>
      </dsp:txBody>
      <dsp:txXfrm>
        <a:off x="0" y="3856816"/>
        <a:ext cx="6949440" cy="19269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04D842-9D47-B84F-8470-890CB99B0B78}">
      <dsp:nvSpPr>
        <dsp:cNvPr id="0" name=""/>
        <dsp:cNvSpPr/>
      </dsp:nvSpPr>
      <dsp:spPr>
        <a:xfrm>
          <a:off x="1832457" y="1877"/>
          <a:ext cx="7329830" cy="972565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19" tIns="247032" rIns="142219" bIns="24703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From supervised machine learning detect gaming behaviors to DPA-style unsupervised detection methods</a:t>
          </a:r>
        </a:p>
      </dsp:txBody>
      <dsp:txXfrm>
        <a:off x="1832457" y="1877"/>
        <a:ext cx="7329830" cy="972565"/>
      </dsp:txXfrm>
    </dsp:sp>
    <dsp:sp modelId="{DCC2CA3D-A521-4E44-B9F3-67C3C0ABBFD0}">
      <dsp:nvSpPr>
        <dsp:cNvPr id="0" name=""/>
        <dsp:cNvSpPr/>
      </dsp:nvSpPr>
      <dsp:spPr>
        <a:xfrm>
          <a:off x="0" y="1877"/>
          <a:ext cx="1832457" cy="97256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68" tIns="96068" rIns="96968" bIns="9606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Detect</a:t>
          </a:r>
        </a:p>
      </dsp:txBody>
      <dsp:txXfrm>
        <a:off x="0" y="1877"/>
        <a:ext cx="1832457" cy="972565"/>
      </dsp:txXfrm>
    </dsp:sp>
    <dsp:sp modelId="{8D67B53E-9943-4042-A28C-DB9425F96580}">
      <dsp:nvSpPr>
        <dsp:cNvPr id="0" name=""/>
        <dsp:cNvSpPr/>
      </dsp:nvSpPr>
      <dsp:spPr>
        <a:xfrm>
          <a:off x="1832457" y="1032797"/>
          <a:ext cx="7329830" cy="972565"/>
        </a:xfrm>
        <a:prstGeom prst="rect">
          <a:avLst/>
        </a:prstGeom>
        <a:solidFill>
          <a:schemeClr val="accent5">
            <a:tint val="40000"/>
            <a:alpha val="90000"/>
            <a:hueOff val="2968394"/>
            <a:satOff val="-2748"/>
            <a:lumOff val="-39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2968394"/>
              <a:satOff val="-2748"/>
              <a:lumOff val="-39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19" tIns="247032" rIns="142219" bIns="24703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Bring benefits in two ways:</a:t>
          </a:r>
        </a:p>
      </dsp:txBody>
      <dsp:txXfrm>
        <a:off x="1832457" y="1032797"/>
        <a:ext cx="7329830" cy="972565"/>
      </dsp:txXfrm>
    </dsp:sp>
    <dsp:sp modelId="{8E63C702-FE02-C745-A5A0-2B9D098D6703}">
      <dsp:nvSpPr>
        <dsp:cNvPr id="0" name=""/>
        <dsp:cNvSpPr/>
      </dsp:nvSpPr>
      <dsp:spPr>
        <a:xfrm>
          <a:off x="0" y="1032797"/>
          <a:ext cx="1832457" cy="972565"/>
        </a:xfrm>
        <a:prstGeom prst="rect">
          <a:avLst/>
        </a:prstGeom>
        <a:solidFill>
          <a:schemeClr val="accent5">
            <a:hueOff val="3038109"/>
            <a:satOff val="-1368"/>
            <a:lumOff val="-1699"/>
            <a:alphaOff val="0"/>
          </a:schemeClr>
        </a:solidFill>
        <a:ln w="12700" cap="flat" cmpd="sng" algn="ctr">
          <a:solidFill>
            <a:schemeClr val="accent5">
              <a:hueOff val="3038109"/>
              <a:satOff val="-1368"/>
              <a:lumOff val="-169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68" tIns="96068" rIns="96968" bIns="9606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Bring</a:t>
          </a:r>
        </a:p>
      </dsp:txBody>
      <dsp:txXfrm>
        <a:off x="0" y="1032797"/>
        <a:ext cx="1832457" cy="972565"/>
      </dsp:txXfrm>
    </dsp:sp>
    <dsp:sp modelId="{61824569-9D2C-FE4F-8E53-12FB503BFE7B}">
      <dsp:nvSpPr>
        <dsp:cNvPr id="0" name=""/>
        <dsp:cNvSpPr/>
      </dsp:nvSpPr>
      <dsp:spPr>
        <a:xfrm>
          <a:off x="1832457" y="2063716"/>
          <a:ext cx="7329830" cy="972565"/>
        </a:xfrm>
        <a:prstGeom prst="rect">
          <a:avLst/>
        </a:prstGeom>
        <a:solidFill>
          <a:schemeClr val="accent5">
            <a:tint val="40000"/>
            <a:alpha val="90000"/>
            <a:hueOff val="5936787"/>
            <a:satOff val="-5496"/>
            <a:lumOff val="-79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5936787"/>
              <a:satOff val="-5496"/>
              <a:lumOff val="-79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19" tIns="247032" rIns="142219" bIns="24703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Reduce labelling cost</a:t>
          </a:r>
        </a:p>
      </dsp:txBody>
      <dsp:txXfrm>
        <a:off x="1832457" y="2063716"/>
        <a:ext cx="7329830" cy="972565"/>
      </dsp:txXfrm>
    </dsp:sp>
    <dsp:sp modelId="{372302BE-1A6F-F641-87B9-347C4246591A}">
      <dsp:nvSpPr>
        <dsp:cNvPr id="0" name=""/>
        <dsp:cNvSpPr/>
      </dsp:nvSpPr>
      <dsp:spPr>
        <a:xfrm>
          <a:off x="0" y="2063716"/>
          <a:ext cx="1832457" cy="972565"/>
        </a:xfrm>
        <a:prstGeom prst="rect">
          <a:avLst/>
        </a:prstGeom>
        <a:solidFill>
          <a:schemeClr val="accent5">
            <a:hueOff val="6076219"/>
            <a:satOff val="-2736"/>
            <a:lumOff val="-3398"/>
            <a:alphaOff val="0"/>
          </a:schemeClr>
        </a:solidFill>
        <a:ln w="12700" cap="flat" cmpd="sng" algn="ctr">
          <a:solidFill>
            <a:schemeClr val="accent5">
              <a:hueOff val="6076219"/>
              <a:satOff val="-2736"/>
              <a:lumOff val="-33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68" tIns="96068" rIns="96968" bIns="9606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Reduce</a:t>
          </a:r>
        </a:p>
      </dsp:txBody>
      <dsp:txXfrm>
        <a:off x="0" y="2063716"/>
        <a:ext cx="1832457" cy="972565"/>
      </dsp:txXfrm>
    </dsp:sp>
    <dsp:sp modelId="{C7BD2B4A-5A93-A242-AD3A-0D83D6195541}">
      <dsp:nvSpPr>
        <dsp:cNvPr id="0" name=""/>
        <dsp:cNvSpPr/>
      </dsp:nvSpPr>
      <dsp:spPr>
        <a:xfrm>
          <a:off x="1832457" y="3094636"/>
          <a:ext cx="7329830" cy="972565"/>
        </a:xfrm>
        <a:prstGeom prst="rect">
          <a:avLst/>
        </a:prstGeom>
        <a:solidFill>
          <a:schemeClr val="accent5">
            <a:tint val="40000"/>
            <a:alpha val="90000"/>
            <a:hueOff val="8905181"/>
            <a:satOff val="-8244"/>
            <a:lumOff val="-118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8905181"/>
              <a:satOff val="-8244"/>
              <a:lumOff val="-11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19" tIns="247032" rIns="142219" bIns="24703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Ease of integration with defensive startegies</a:t>
          </a:r>
        </a:p>
      </dsp:txBody>
      <dsp:txXfrm>
        <a:off x="1832457" y="3094636"/>
        <a:ext cx="7329830" cy="972565"/>
      </dsp:txXfrm>
    </dsp:sp>
    <dsp:sp modelId="{A70DC512-18BA-D74C-AF2A-F380A38142D8}">
      <dsp:nvSpPr>
        <dsp:cNvPr id="0" name=""/>
        <dsp:cNvSpPr/>
      </dsp:nvSpPr>
      <dsp:spPr>
        <a:xfrm>
          <a:off x="0" y="3094636"/>
          <a:ext cx="1832457" cy="972565"/>
        </a:xfrm>
        <a:prstGeom prst="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accent5">
              <a:hueOff val="9114327"/>
              <a:satOff val="-4104"/>
              <a:lumOff val="-50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68" tIns="96068" rIns="96968" bIns="9606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Ease</a:t>
          </a:r>
        </a:p>
      </dsp:txBody>
      <dsp:txXfrm>
        <a:off x="0" y="3094636"/>
        <a:ext cx="1832457" cy="97256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BF1C43-9D70-40D0-B208-997170FC6311}">
      <dsp:nvSpPr>
        <dsp:cNvPr id="0" name=""/>
        <dsp:cNvSpPr/>
      </dsp:nvSpPr>
      <dsp:spPr>
        <a:xfrm>
          <a:off x="235727" y="558450"/>
          <a:ext cx="1347988" cy="13479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4B3B4E-83E1-4438-9CD2-E25DFEA7EDCE}">
      <dsp:nvSpPr>
        <dsp:cNvPr id="0" name=""/>
        <dsp:cNvSpPr/>
      </dsp:nvSpPr>
      <dsp:spPr>
        <a:xfrm>
          <a:off x="518804" y="841527"/>
          <a:ext cx="781833" cy="7818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094A3F-5390-4A79-A3E9-80582FD7E09D}">
      <dsp:nvSpPr>
        <dsp:cNvPr id="0" name=""/>
        <dsp:cNvSpPr/>
      </dsp:nvSpPr>
      <dsp:spPr>
        <a:xfrm>
          <a:off x="1872569" y="558450"/>
          <a:ext cx="3177400" cy="1347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We need robust KT models and gaming behaviors detections</a:t>
          </a:r>
        </a:p>
      </dsp:txBody>
      <dsp:txXfrm>
        <a:off x="1872569" y="558450"/>
        <a:ext cx="3177400" cy="1347988"/>
      </dsp:txXfrm>
    </dsp:sp>
    <dsp:sp modelId="{7E73F63F-DF92-4607-9081-925A634EA67C}">
      <dsp:nvSpPr>
        <dsp:cNvPr id="0" name=""/>
        <dsp:cNvSpPr/>
      </dsp:nvSpPr>
      <dsp:spPr>
        <a:xfrm>
          <a:off x="5603608" y="558450"/>
          <a:ext cx="1347988" cy="13479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81A9C6-E846-4788-8018-0F436549A934}">
      <dsp:nvSpPr>
        <dsp:cNvPr id="0" name=""/>
        <dsp:cNvSpPr/>
      </dsp:nvSpPr>
      <dsp:spPr>
        <a:xfrm>
          <a:off x="5886686" y="841527"/>
          <a:ext cx="781833" cy="7818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6ACB7E-AA8A-47E1-A6C1-36185434AE0B}">
      <dsp:nvSpPr>
        <dsp:cNvPr id="0" name=""/>
        <dsp:cNvSpPr/>
      </dsp:nvSpPr>
      <dsp:spPr>
        <a:xfrm>
          <a:off x="7240451" y="558450"/>
          <a:ext cx="3177400" cy="1347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ALS can embed real time data quality monitoring the gaming behaviors </a:t>
          </a:r>
        </a:p>
      </dsp:txBody>
      <dsp:txXfrm>
        <a:off x="7240451" y="558450"/>
        <a:ext cx="3177400" cy="1347988"/>
      </dsp:txXfrm>
    </dsp:sp>
    <dsp:sp modelId="{3C69B1EA-F910-43FB-8B7A-CDC8E67C4C0F}">
      <dsp:nvSpPr>
        <dsp:cNvPr id="0" name=""/>
        <dsp:cNvSpPr/>
      </dsp:nvSpPr>
      <dsp:spPr>
        <a:xfrm>
          <a:off x="235727" y="2687389"/>
          <a:ext cx="1347988" cy="13479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C35568-9C73-4542-8BEF-55A42A04CA63}">
      <dsp:nvSpPr>
        <dsp:cNvPr id="0" name=""/>
        <dsp:cNvSpPr/>
      </dsp:nvSpPr>
      <dsp:spPr>
        <a:xfrm>
          <a:off x="518804" y="2970466"/>
          <a:ext cx="781833" cy="7818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1C36AE-667E-4BB7-9C05-B1BB5E599213}">
      <dsp:nvSpPr>
        <dsp:cNvPr id="0" name=""/>
        <dsp:cNvSpPr/>
      </dsp:nvSpPr>
      <dsp:spPr>
        <a:xfrm>
          <a:off x="1872569" y="2687389"/>
          <a:ext cx="3177400" cy="1347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Cross-disciplinary insights from DPA detection</a:t>
          </a:r>
        </a:p>
      </dsp:txBody>
      <dsp:txXfrm>
        <a:off x="1872569" y="2687389"/>
        <a:ext cx="3177400" cy="1347988"/>
      </dsp:txXfrm>
    </dsp:sp>
    <dsp:sp modelId="{7EB5B8D8-754B-420E-93CC-11815EA20E75}">
      <dsp:nvSpPr>
        <dsp:cNvPr id="0" name=""/>
        <dsp:cNvSpPr/>
      </dsp:nvSpPr>
      <dsp:spPr>
        <a:xfrm>
          <a:off x="5603608" y="2687389"/>
          <a:ext cx="1347988" cy="13479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62D664-12D0-46A6-8871-001F2757BFEC}">
      <dsp:nvSpPr>
        <dsp:cNvPr id="0" name=""/>
        <dsp:cNvSpPr/>
      </dsp:nvSpPr>
      <dsp:spPr>
        <a:xfrm>
          <a:off x="5886686" y="2970466"/>
          <a:ext cx="781833" cy="7818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81BB8B-A311-4502-A406-9D329A0EB708}">
      <dsp:nvSpPr>
        <dsp:cNvPr id="0" name=""/>
        <dsp:cNvSpPr/>
      </dsp:nvSpPr>
      <dsp:spPr>
        <a:xfrm>
          <a:off x="7240451" y="2687389"/>
          <a:ext cx="3177400" cy="1347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Integrating Learning analytics with adversarial machine learning holds potential</a:t>
          </a:r>
        </a:p>
      </dsp:txBody>
      <dsp:txXfrm>
        <a:off x="7240451" y="2687389"/>
        <a:ext cx="3177400" cy="13479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718AC6-540F-B449-B1C8-A5670D05338C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6DC4BF-BFCC-7047-881E-851C40615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49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address RQ2, we designed the following procedure (see Figure 1): the original dataset is divided into training and</a:t>
            </a:r>
          </a:p>
          <a:p>
            <a:r>
              <a:rPr lang="en-US" dirty="0"/>
              <a:t>testing sets at an 80:20 ratio. The training set is injected with simulated gaming data (including Random Error, Hint</a:t>
            </a:r>
          </a:p>
          <a:p>
            <a:r>
              <a:rPr lang="en-US" dirty="0"/>
              <a:t>Abuse, and Sequential Pattern) to generate poisoned training datasets, while the testing set is untainted. This design</a:t>
            </a:r>
          </a:p>
          <a:p>
            <a:r>
              <a:rPr lang="en-US" dirty="0"/>
              <a:t>aims to evaluate the impact of simulated data by training KT models on poisoned training data and evaluating them</a:t>
            </a:r>
          </a:p>
          <a:p>
            <a:r>
              <a:rPr lang="en-US" dirty="0"/>
              <a:t>on original testing data, validating the synthetic data generators and enabling comparison of the effects of different</a:t>
            </a:r>
          </a:p>
          <a:p>
            <a:r>
              <a:rPr lang="en-US" dirty="0"/>
              <a:t>attack types on model performance [22]. Following the training phase, we assessed the models’ performance using the</a:t>
            </a:r>
          </a:p>
          <a:p>
            <a:r>
              <a:rPr lang="en-US" dirty="0"/>
              <a:t>AUC [19], a standard metric widely adopted at LAK to evaluate various learning analytics models [24, 37]. Finally, to</a:t>
            </a:r>
          </a:p>
          <a:p>
            <a:r>
              <a:rPr lang="en-US" dirty="0"/>
              <a:t>examine how model performance varies across different poisoning strategies, we trained the models on several poisoned</a:t>
            </a:r>
          </a:p>
          <a:p>
            <a:r>
              <a:rPr lang="en-US" dirty="0"/>
              <a:t>variants of the original dataset, aligning with the model evaluation step outlined in the experimental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6DC4BF-BFCC-7047-881E-851C40615B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044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22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253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998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69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410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731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039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614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417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83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36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74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8" r:id="rId6"/>
    <p:sldLayoutId id="2147483693" r:id="rId7"/>
    <p:sldLayoutId id="2147483694" r:id="rId8"/>
    <p:sldLayoutId id="2147483695" r:id="rId9"/>
    <p:sldLayoutId id="2147483697" r:id="rId10"/>
    <p:sldLayoutId id="214748369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101domain.com/domains/recover-domain-names-redemption-101domain/attachment/smart-thinking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797DE5A-DA89-0A80-C73D-8DCE1A3E2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4BB5BF-49A4-11FE-EA0C-F4EC027AA1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045" y="1174376"/>
            <a:ext cx="3509383" cy="2781752"/>
          </a:xfrm>
        </p:spPr>
        <p:txBody>
          <a:bodyPr>
            <a:normAutofit/>
          </a:bodyPr>
          <a:lstStyle/>
          <a:p>
            <a:pPr algn="l"/>
            <a:r>
              <a:rPr lang="en-US" sz="3400"/>
              <a:t>Measuring the impact of student gaming behaviors on learner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2B1A65-D886-58BB-BEB6-07EA608426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045" y="4062940"/>
            <a:ext cx="3509383" cy="1394913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30</a:t>
            </a:r>
            <a:r>
              <a:rPr lang="en-US" baseline="30000" dirty="0"/>
              <a:t>th</a:t>
            </a:r>
            <a:r>
              <a:rPr lang="en-US" dirty="0"/>
              <a:t> April 2026</a:t>
            </a:r>
          </a:p>
          <a:p>
            <a:pPr algn="l"/>
            <a:r>
              <a:rPr lang="en-US" dirty="0"/>
              <a:t>Qinyi Liu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8431DC-7503-CE27-CB55-8763EE8A06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27" r="7026" b="-1"/>
          <a:stretch>
            <a:fillRect/>
          </a:stretch>
        </p:blipFill>
        <p:spPr>
          <a:xfrm>
            <a:off x="4824248" y="1"/>
            <a:ext cx="7367752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579D95-EC5F-8809-EA1A-2CC56DD19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473" y="-1"/>
            <a:ext cx="7342527" cy="1339601"/>
          </a:xfrm>
          <a:prstGeom prst="rect">
            <a:avLst/>
          </a:prstGeom>
        </p:spPr>
      </p:pic>
      <p:pic>
        <p:nvPicPr>
          <p:cNvPr id="5" name="Picture 4" descr="A white background with green text&#10;&#10;Description automatically generated">
            <a:extLst>
              <a:ext uri="{FF2B5EF4-FFF2-40B4-BE49-F238E27FC236}">
                <a16:creationId xmlns:a16="http://schemas.microsoft.com/office/drawing/2014/main" id="{09719E60-E681-74FF-4CE4-9E16FB355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12" y="-15617"/>
            <a:ext cx="4641849" cy="14157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795C6D-016D-C5EC-F93D-2DF806333158}"/>
              </a:ext>
            </a:extLst>
          </p:cNvPr>
          <p:cNvSpPr txBox="1"/>
          <p:nvPr/>
        </p:nvSpPr>
        <p:spPr>
          <a:xfrm>
            <a:off x="103812" y="6431280"/>
            <a:ext cx="36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83095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ADD5DBF-ACC6-76CE-2A75-CBFE4C445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C4ABE2-5BD6-E5EE-57CF-253B7ACC5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921919"/>
            <a:ext cx="4417231" cy="2301674"/>
          </a:xfrm>
        </p:spPr>
        <p:txBody>
          <a:bodyPr anchor="b">
            <a:normAutofit/>
          </a:bodyPr>
          <a:lstStyle/>
          <a:p>
            <a:r>
              <a:rPr lang="en-US" dirty="0"/>
              <a:t>Team introduction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059835-E69B-2136-18CF-145DF22B82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96" r="-2" b="11893"/>
          <a:stretch>
            <a:fillRect/>
          </a:stretch>
        </p:blipFill>
        <p:spPr>
          <a:xfrm>
            <a:off x="0" y="0"/>
            <a:ext cx="2335927" cy="21556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1A3C4F-585A-9E47-2273-AA35991703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" b="11450"/>
          <a:stretch>
            <a:fillRect/>
          </a:stretch>
        </p:blipFill>
        <p:spPr>
          <a:xfrm>
            <a:off x="2596951" y="106273"/>
            <a:ext cx="2138104" cy="19771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6F2F74-9EE5-7F2C-F1AB-8EBBF2AA69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094" r="-1" b="9851"/>
          <a:stretch>
            <a:fillRect/>
          </a:stretch>
        </p:blipFill>
        <p:spPr>
          <a:xfrm>
            <a:off x="7387726" y="93618"/>
            <a:ext cx="2151603" cy="2002444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8B459B38-D3A2-E778-E3E2-96476DAFAC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9806232" y="51047"/>
            <a:ext cx="2118865" cy="200244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797B97C-F523-4DA0-502C-AB3CC713AC0C}"/>
              </a:ext>
            </a:extLst>
          </p:cNvPr>
          <p:cNvSpPr txBox="1"/>
          <p:nvPr/>
        </p:nvSpPr>
        <p:spPr>
          <a:xfrm>
            <a:off x="50363" y="2392143"/>
            <a:ext cx="2235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Qinyi Liu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SLATE,</a:t>
            </a:r>
          </a:p>
          <a:p>
            <a:pPr algn="ctr"/>
            <a:r>
              <a:rPr lang="en-US" dirty="0"/>
              <a:t>University of Bergen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756D9C-DFA2-231E-8BB0-2B7EEBB7A22E}"/>
              </a:ext>
            </a:extLst>
          </p:cNvPr>
          <p:cNvSpPr txBox="1"/>
          <p:nvPr/>
        </p:nvSpPr>
        <p:spPr>
          <a:xfrm>
            <a:off x="2596951" y="2383984"/>
            <a:ext cx="223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Lin Li</a:t>
            </a:r>
          </a:p>
          <a:p>
            <a:pPr algn="ctr"/>
            <a:endParaRPr lang="en-US" dirty="0"/>
          </a:p>
          <a:p>
            <a:pPr algn="ctr"/>
            <a:r>
              <a:rPr lang="en-US" dirty="0" err="1"/>
              <a:t>CoLAM</a:t>
            </a:r>
            <a:r>
              <a:rPr lang="en-US" dirty="0"/>
              <a:t>,</a:t>
            </a:r>
          </a:p>
          <a:p>
            <a:pPr algn="ctr"/>
            <a:r>
              <a:rPr lang="en-US" dirty="0"/>
              <a:t>Monash University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6B1F37-62B7-314E-B3AF-C011F78999B5}"/>
              </a:ext>
            </a:extLst>
          </p:cNvPr>
          <p:cNvSpPr txBox="1"/>
          <p:nvPr/>
        </p:nvSpPr>
        <p:spPr>
          <a:xfrm>
            <a:off x="4671852" y="2364182"/>
            <a:ext cx="2235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Valdemar </a:t>
            </a:r>
            <a:r>
              <a:rPr lang="en-US" dirty="0" err="1"/>
              <a:t>Švábenský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Faculty of Informatics,</a:t>
            </a:r>
          </a:p>
          <a:p>
            <a:pPr algn="ctr"/>
            <a:r>
              <a:rPr lang="en-US" dirty="0"/>
              <a:t>Masaryk University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A987E9-269A-BD71-2031-965976C08A6C}"/>
              </a:ext>
            </a:extLst>
          </p:cNvPr>
          <p:cNvSpPr txBox="1"/>
          <p:nvPr/>
        </p:nvSpPr>
        <p:spPr>
          <a:xfrm>
            <a:off x="7255267" y="2392142"/>
            <a:ext cx="2235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Conrad Borchers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HCII,</a:t>
            </a:r>
          </a:p>
          <a:p>
            <a:pPr algn="ctr"/>
            <a:r>
              <a:rPr lang="en-US" dirty="0"/>
              <a:t>Carnegie Mellon University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C49D71-BA67-C07E-F3EA-A7CFDB5BBB9A}"/>
              </a:ext>
            </a:extLst>
          </p:cNvPr>
          <p:cNvSpPr txBox="1"/>
          <p:nvPr/>
        </p:nvSpPr>
        <p:spPr>
          <a:xfrm>
            <a:off x="9906437" y="2364182"/>
            <a:ext cx="2235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Mohammod Khalil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SLATE,</a:t>
            </a:r>
          </a:p>
          <a:p>
            <a:pPr algn="ctr"/>
            <a:r>
              <a:rPr lang="en-US" dirty="0"/>
              <a:t>University of Bergen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EA004E-968F-E5BD-29D0-A992AA63A01F}"/>
              </a:ext>
            </a:extLst>
          </p:cNvPr>
          <p:cNvSpPr txBox="1"/>
          <p:nvPr/>
        </p:nvSpPr>
        <p:spPr>
          <a:xfrm>
            <a:off x="103812" y="6431280"/>
            <a:ext cx="36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7D86969-CBE8-AA6B-5390-C186E3395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2151" y="17580"/>
            <a:ext cx="2138104" cy="2138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017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AFBDDC-5405-CE93-6DD1-5F32F9DB7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/>
              <a:t>Background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78A79-BB06-F890-A284-29AA050E9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US" sz="1800" dirty="0"/>
              <a:t>Adaptive learning systems are popular! </a:t>
            </a:r>
          </a:p>
          <a:p>
            <a:r>
              <a:rPr lang="en-US" sz="1800" dirty="0"/>
              <a:t>Give credit to knowledge tracing models (KT) behind it </a:t>
            </a:r>
          </a:p>
        </p:txBody>
      </p:sp>
      <p:pic>
        <p:nvPicPr>
          <p:cNvPr id="1028" name="Picture 4" descr="Adaptive Learning: What is It, What are its Benefits and How Does it Work?  - Educational Technology">
            <a:extLst>
              <a:ext uri="{FF2B5EF4-FFF2-40B4-BE49-F238E27FC236}">
                <a16:creationId xmlns:a16="http://schemas.microsoft.com/office/drawing/2014/main" id="{DCF93A9A-D742-46BD-38ED-463421916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70792" y="1114923"/>
            <a:ext cx="5678717" cy="4628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90E6BB-49C1-39E8-258B-DA768F756E58}"/>
              </a:ext>
            </a:extLst>
          </p:cNvPr>
          <p:cNvSpPr txBox="1"/>
          <p:nvPr/>
        </p:nvSpPr>
        <p:spPr>
          <a:xfrm>
            <a:off x="103812" y="6431280"/>
            <a:ext cx="36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550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F8AF3-E49B-B1BB-811F-31037DF03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0"/>
            <a:ext cx="436168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Background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9AB16-F099-B695-02CE-445A8E0D0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906292"/>
            <a:ext cx="4873753" cy="440306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Gaming the system behaviors can disrupt modeling in ALS</a:t>
            </a:r>
          </a:p>
          <a:p>
            <a:pPr>
              <a:lnSpc>
                <a:spcPct val="110000"/>
              </a:lnSpc>
            </a:pPr>
            <a:endParaRPr lang="en-US" sz="1800" dirty="0"/>
          </a:p>
          <a:p>
            <a:pPr>
              <a:lnSpc>
                <a:spcPct val="110000"/>
              </a:lnSpc>
            </a:pPr>
            <a:r>
              <a:rPr lang="en-GB" sz="1800" dirty="0"/>
              <a:t>“Gaming the system” refers to student exploit the mechanics of educational software to advance </a:t>
            </a:r>
            <a:r>
              <a:rPr lang="en-GB" sz="1800" dirty="0">
                <a:solidFill>
                  <a:srgbClr val="FF0000"/>
                </a:solidFill>
              </a:rPr>
              <a:t>without engaging meaningfully with the underlying instructional content</a:t>
            </a:r>
          </a:p>
          <a:p>
            <a:pPr>
              <a:lnSpc>
                <a:spcPct val="110000"/>
              </a:lnSpc>
            </a:pPr>
            <a:endParaRPr lang="en-GB" sz="1800" dirty="0"/>
          </a:p>
          <a:p>
            <a:pPr>
              <a:lnSpc>
                <a:spcPct val="110000"/>
              </a:lnSpc>
            </a:pPr>
            <a:r>
              <a:rPr lang="en-GB" sz="1800" dirty="0"/>
              <a:t>Rapid guessing, systematic answer </a:t>
            </a:r>
            <a:r>
              <a:rPr lang="en-GB" sz="1800" dirty="0" err="1"/>
              <a:t>trialing</a:t>
            </a:r>
            <a:r>
              <a:rPr lang="en-GB" sz="1800" dirty="0"/>
              <a:t>, and excessive hint requests</a:t>
            </a:r>
            <a:endParaRPr lang="en-US" sz="1800" dirty="0"/>
          </a:p>
        </p:txBody>
      </p:sp>
      <p:pic>
        <p:nvPicPr>
          <p:cNvPr id="2050" name="Picture 2" descr="Fourteen Simple Strategies to Reduce Cheating on Online Examinations |  Faculty Focus">
            <a:extLst>
              <a:ext uri="{FF2B5EF4-FFF2-40B4-BE49-F238E27FC236}">
                <a16:creationId xmlns:a16="http://schemas.microsoft.com/office/drawing/2014/main" id="{AB8EA9F8-B20A-811C-EAAA-9434B013E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29" r="19083" b="-1"/>
          <a:stretch>
            <a:fillRect/>
          </a:stretch>
        </p:blipFill>
        <p:spPr bwMode="auto">
          <a:xfrm>
            <a:off x="6245579" y="427753"/>
            <a:ext cx="5465973" cy="588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7708A6-88F8-9DA9-ECAD-14F1FDB4CE4A}"/>
              </a:ext>
            </a:extLst>
          </p:cNvPr>
          <p:cNvSpPr txBox="1"/>
          <p:nvPr/>
        </p:nvSpPr>
        <p:spPr>
          <a:xfrm>
            <a:off x="103812" y="6431280"/>
            <a:ext cx="36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54665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7A7FE9-9031-7C59-8194-625CED374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What’s the problem then?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483DC5-6E63-10CB-A7A1-5F171EAEB3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7355482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F2A1AE7-822F-171B-97DE-25A9AB710C4A}"/>
              </a:ext>
            </a:extLst>
          </p:cNvPr>
          <p:cNvSpPr txBox="1"/>
          <p:nvPr/>
        </p:nvSpPr>
        <p:spPr>
          <a:xfrm>
            <a:off x="103812" y="6431280"/>
            <a:ext cx="36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13718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5BE5A3-B800-4391-3742-5FF0E6422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Let’s think! </a:t>
            </a:r>
          </a:p>
        </p:txBody>
      </p:sp>
      <p:pic>
        <p:nvPicPr>
          <p:cNvPr id="3074" name="Picture 2" descr="smart-thinking - The 101domain Blog">
            <a:extLst>
              <a:ext uri="{FF2B5EF4-FFF2-40B4-BE49-F238E27FC236}">
                <a16:creationId xmlns:a16="http://schemas.microsoft.com/office/drawing/2014/main" id="{0C45855C-B001-F664-CCB0-634C8A363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68" r="35318"/>
          <a:stretch>
            <a:fillRect/>
          </a:stretch>
        </p:blipFill>
        <p:spPr bwMode="auto">
          <a:xfrm>
            <a:off x="20" y="10"/>
            <a:ext cx="4910308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67501-F84F-D4DC-9BED-B9B955FA4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>
            <a:normAutofit/>
          </a:bodyPr>
          <a:lstStyle/>
          <a:p>
            <a:r>
              <a:rPr lang="en-US" sz="1800" dirty="0"/>
              <a:t>G</a:t>
            </a:r>
            <a:r>
              <a:rPr lang="en-GB" sz="1800" dirty="0" err="1"/>
              <a:t>aming</a:t>
            </a:r>
            <a:r>
              <a:rPr lang="en-GB" sz="1800" dirty="0"/>
              <a:t> data is actually a form of low-quality data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How about we use data poisoning attacks to simulate the gaming behaviors?</a:t>
            </a:r>
          </a:p>
          <a:p>
            <a:endParaRPr lang="en-US" sz="1800" dirty="0"/>
          </a:p>
          <a:p>
            <a:r>
              <a:rPr lang="en-US" sz="1800" dirty="0"/>
              <a:t>Then we can see how different types of gaming behaviors on KT models’ impacts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E75880-E800-9849-DB9A-896CBB361BE0}"/>
              </a:ext>
            </a:extLst>
          </p:cNvPr>
          <p:cNvSpPr txBox="1"/>
          <p:nvPr/>
        </p:nvSpPr>
        <p:spPr>
          <a:xfrm>
            <a:off x="5118100" y="6477000"/>
            <a:ext cx="2933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3"/>
              </a:rPr>
              <a:t>Pic sources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FC9748-8C05-307E-AA99-55ACA35FEFE7}"/>
              </a:ext>
            </a:extLst>
          </p:cNvPr>
          <p:cNvSpPr txBox="1"/>
          <p:nvPr/>
        </p:nvSpPr>
        <p:spPr>
          <a:xfrm>
            <a:off x="11742944" y="6430833"/>
            <a:ext cx="36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75324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5C0F4E-8D8D-EBA5-0A24-674B28652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Research questions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357E6A-BA56-9530-EA83-FA5296000F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108026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E35056B-9660-FB29-C66F-2CFA440F4920}"/>
              </a:ext>
            </a:extLst>
          </p:cNvPr>
          <p:cNvSpPr txBox="1"/>
          <p:nvPr/>
        </p:nvSpPr>
        <p:spPr>
          <a:xfrm>
            <a:off x="11823372" y="6488668"/>
            <a:ext cx="36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19208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B4960C-7385-85C7-CFD8-CD84006B4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RQ1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69A055-B739-5B3E-E236-2E9CB01DBF0F}"/>
              </a:ext>
            </a:extLst>
          </p:cNvPr>
          <p:cNvSpPr txBox="1"/>
          <p:nvPr/>
        </p:nvSpPr>
        <p:spPr>
          <a:xfrm>
            <a:off x="11665022" y="6488668"/>
            <a:ext cx="36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/>
              <a:t>8</a:t>
            </a:r>
          </a:p>
        </p:txBody>
      </p:sp>
      <p:graphicFrame>
        <p:nvGraphicFramePr>
          <p:cNvPr id="16" name="Content Placeholder 3">
            <a:extLst>
              <a:ext uri="{FF2B5EF4-FFF2-40B4-BE49-F238E27FC236}">
                <a16:creationId xmlns:a16="http://schemas.microsoft.com/office/drawing/2014/main" id="{F9B03217-9E34-E475-0AEC-33DF8915FC2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8" y="2151697"/>
          <a:ext cx="10945038" cy="3873065"/>
        </p:xfrm>
        <a:graphic>
          <a:graphicData uri="http://schemas.openxmlformats.org/drawingml/2006/table">
            <a:tbl>
              <a:tblPr/>
              <a:tblGrid>
                <a:gridCol w="3615803">
                  <a:extLst>
                    <a:ext uri="{9D8B030D-6E8A-4147-A177-3AD203B41FA5}">
                      <a16:colId xmlns:a16="http://schemas.microsoft.com/office/drawing/2014/main" val="2426336184"/>
                    </a:ext>
                  </a:extLst>
                </a:gridCol>
                <a:gridCol w="3713432">
                  <a:extLst>
                    <a:ext uri="{9D8B030D-6E8A-4147-A177-3AD203B41FA5}">
                      <a16:colId xmlns:a16="http://schemas.microsoft.com/office/drawing/2014/main" val="3331080598"/>
                    </a:ext>
                  </a:extLst>
                </a:gridCol>
                <a:gridCol w="3615803">
                  <a:extLst>
                    <a:ext uri="{9D8B030D-6E8A-4147-A177-3AD203B41FA5}">
                      <a16:colId xmlns:a16="http://schemas.microsoft.com/office/drawing/2014/main" val="451567127"/>
                    </a:ext>
                  </a:extLst>
                </a:gridCol>
              </a:tblGrid>
              <a:tr h="4096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DPA Strategy</a:t>
                      </a:r>
                    </a:p>
                  </a:txBody>
                  <a:tcPr marL="93102" marR="93102" marT="46551" marB="46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How to Poison</a:t>
                      </a:r>
                    </a:p>
                  </a:txBody>
                  <a:tcPr marL="93102" marR="93102" marT="46551" marB="46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Gaming the System Behavior</a:t>
                      </a:r>
                    </a:p>
                  </a:txBody>
                  <a:tcPr marL="93102" marR="93102" marT="46551" marB="46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049066"/>
                  </a:ext>
                </a:extLst>
              </a:tr>
              <a:tr h="688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Random Error Attack</a:t>
                      </a:r>
                      <a:endParaRPr lang="en-GB" sz="1800"/>
                    </a:p>
                  </a:txBody>
                  <a:tcPr marL="93102" marR="93102" marT="46551" marB="46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1) Flip correctness labels 2) Set response time to 1 second</a:t>
                      </a:r>
                    </a:p>
                  </a:txBody>
                  <a:tcPr marL="93102" marR="93102" marT="46551" marB="46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Random guessing, WTF</a:t>
                      </a:r>
                    </a:p>
                  </a:txBody>
                  <a:tcPr marL="93102" marR="93102" marT="46551" marB="46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821017"/>
                  </a:ext>
                </a:extLst>
              </a:tr>
              <a:tr h="1526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Hint Abuse Attack</a:t>
                      </a:r>
                      <a:endParaRPr lang="en-GB" sz="1800"/>
                    </a:p>
                  </a:txBody>
                  <a:tcPr marL="93102" marR="93102" marT="46551" marB="46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1) Insert multiple hint requests with short intervals 2) Submit answers quickly after hints 3) Some records only request hints without submitting answers</a:t>
                      </a:r>
                    </a:p>
                  </a:txBody>
                  <a:tcPr marL="93102" marR="93102" marT="46551" marB="46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Hint abuse</a:t>
                      </a:r>
                    </a:p>
                  </a:txBody>
                  <a:tcPr marL="93102" marR="93102" marT="46551" marB="46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385171"/>
                  </a:ext>
                </a:extLst>
              </a:tr>
              <a:tr h="1247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Sequential Pattern Attack</a:t>
                      </a:r>
                      <a:endParaRPr lang="en-GB" sz="1800"/>
                    </a:p>
                  </a:txBody>
                  <a:tcPr marL="93102" marR="93102" marT="46551" marB="46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1) Generate repeated submissions with short response times 2) Early answers incorrect, final answer correct</a:t>
                      </a:r>
                    </a:p>
                  </a:txBody>
                  <a:tcPr marL="93102" marR="93102" marT="46551" marB="46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Systematic Answer </a:t>
                      </a:r>
                      <a:r>
                        <a:rPr lang="en-GB" sz="1800" err="1"/>
                        <a:t>Trialing</a:t>
                      </a:r>
                      <a:r>
                        <a:rPr lang="en-GB" sz="1800"/>
                        <a:t>, Guess-Read-Guess</a:t>
                      </a:r>
                    </a:p>
                  </a:txBody>
                  <a:tcPr marL="93102" marR="93102" marT="46551" marB="46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17296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9524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33D3C5-2954-EA7A-30A0-36FF7D1D8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EXAMPLE: Hint abuse attack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393486-4926-A47E-4F80-C55D84CFA6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7839908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2E7ABED-5A37-ED66-B7BA-C9AD0731AA31}"/>
              </a:ext>
            </a:extLst>
          </p:cNvPr>
          <p:cNvSpPr txBox="1"/>
          <p:nvPr/>
        </p:nvSpPr>
        <p:spPr>
          <a:xfrm>
            <a:off x="11395037" y="6335278"/>
            <a:ext cx="36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454508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7B01-9B56-535A-ADE1-17AB61D90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RQ2 – simulated gaming behaviors on KT models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B26C5E-D6F6-524C-C799-5EEE92231C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99330" y="2096520"/>
            <a:ext cx="9110529" cy="40098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86F49F-75E4-7FEB-5167-4AAEE5D6E735}"/>
              </a:ext>
            </a:extLst>
          </p:cNvPr>
          <p:cNvSpPr txBox="1"/>
          <p:nvPr/>
        </p:nvSpPr>
        <p:spPr>
          <a:xfrm>
            <a:off x="11488091" y="6488668"/>
            <a:ext cx="89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87104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6FF97-35BF-2518-06C4-D7C4D97A2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RQ2 -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CFC08C-3A10-3C49-50BB-16FA9EDF48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221" y="3458972"/>
            <a:ext cx="3889251" cy="9292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3E7181-E715-9CC2-DB4C-E737D0888680}"/>
              </a:ext>
            </a:extLst>
          </p:cNvPr>
          <p:cNvSpPr txBox="1"/>
          <p:nvPr/>
        </p:nvSpPr>
        <p:spPr>
          <a:xfrm>
            <a:off x="612648" y="1734055"/>
            <a:ext cx="39283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 Error Attacks consistently caused the</a:t>
            </a:r>
          </a:p>
          <a:p>
            <a:r>
              <a:rPr lang="en-US" dirty="0"/>
              <a:t>most severe performance degradation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17509E-D91F-55BF-C0D1-A5C4DF024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499" y="1457314"/>
            <a:ext cx="6977206" cy="40033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6FD90D-F7EE-B863-AB9D-8D2F92180D55}"/>
              </a:ext>
            </a:extLst>
          </p:cNvPr>
          <p:cNvSpPr txBox="1"/>
          <p:nvPr/>
        </p:nvSpPr>
        <p:spPr>
          <a:xfrm>
            <a:off x="11655732" y="6397228"/>
            <a:ext cx="36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1230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87F59A-2C46-040E-EA46-8FAB89921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5A14613-C96C-F5FD-0593-24D7C0DA4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AEE668-EB64-7604-61F5-49359547D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58" y="-161026"/>
            <a:ext cx="523757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RQ2 - 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3309B-ADAF-2490-29A6-30199063BF81}"/>
              </a:ext>
            </a:extLst>
          </p:cNvPr>
          <p:cNvSpPr txBox="1"/>
          <p:nvPr/>
        </p:nvSpPr>
        <p:spPr>
          <a:xfrm>
            <a:off x="541432" y="1366022"/>
            <a:ext cx="4378220" cy="4096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7150">
              <a:lnSpc>
                <a:spcPct val="120000"/>
              </a:lnSpc>
              <a:spcAft>
                <a:spcPts val="600"/>
              </a:spcAft>
            </a:pPr>
            <a:endParaRPr lang="en-US" dirty="0"/>
          </a:p>
          <a:p>
            <a:pPr marL="28575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Performance degradation generally increased with higher ratios (e.g., 50% ratio led to 2–3× larger drops than 5% across types)</a:t>
            </a:r>
          </a:p>
          <a:p>
            <a:pPr marL="28575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Sequential pattern attacks remained minimal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C36161-37A5-F832-C9D5-455917E13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652" y="602498"/>
            <a:ext cx="7194022" cy="38308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85CF71-83B8-8FDF-C4BC-ED9C55E99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153" y="2730629"/>
            <a:ext cx="6539345" cy="37274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FBE3A5-10BB-61AD-50AF-AA160288FCD7}"/>
              </a:ext>
            </a:extLst>
          </p:cNvPr>
          <p:cNvSpPr txBox="1"/>
          <p:nvPr/>
        </p:nvSpPr>
        <p:spPr>
          <a:xfrm>
            <a:off x="103812" y="6431280"/>
            <a:ext cx="515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008335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6D4D8-DCCD-DEC0-1A85-C385032CA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RQ1 &amp; 2 means?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B6D58-7889-C8AC-4A26-7BD83603D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Substantial performance drops?</a:t>
            </a:r>
          </a:p>
          <a:p>
            <a:endParaRPr lang="en-US" dirty="0"/>
          </a:p>
          <a:p>
            <a:endParaRPr lang="en-US" dirty="0"/>
          </a:p>
          <a:p>
            <a:r>
              <a:rPr lang="en-GB" dirty="0"/>
              <a:t>The system may misinterpret a student's true knowledge state</a:t>
            </a:r>
          </a:p>
          <a:p>
            <a:r>
              <a:rPr lang="en-GB" dirty="0"/>
              <a:t>Students may receive content that is either too easy or too hard for their actual ability</a:t>
            </a:r>
            <a:endParaRPr lang="en-US" dirty="0"/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Minimal impact on performance metrics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GB" b="1" dirty="0"/>
              <a:t>False robustness</a:t>
            </a:r>
            <a:r>
              <a:rPr lang="en-GB" dirty="0"/>
              <a:t>: models misclassify cheating as legitimate learning</a:t>
            </a:r>
          </a:p>
          <a:p>
            <a:r>
              <a:rPr lang="en-GB" b="1" dirty="0"/>
              <a:t>Hidden risk</a:t>
            </a:r>
            <a:r>
              <a:rPr lang="en-GB" dirty="0"/>
              <a:t>: personalized learning paths silently compromised without performance warnings</a:t>
            </a:r>
          </a:p>
          <a:p>
            <a:endParaRPr lang="en-US" dirty="0"/>
          </a:p>
        </p:txBody>
      </p:sp>
      <p:sp>
        <p:nvSpPr>
          <p:cNvPr id="4" name="Down Arrow 3">
            <a:extLst>
              <a:ext uri="{FF2B5EF4-FFF2-40B4-BE49-F238E27FC236}">
                <a16:creationId xmlns:a16="http://schemas.microsoft.com/office/drawing/2014/main" id="{3BF91A10-7AA5-EA17-E71F-B3900AE947B7}"/>
              </a:ext>
            </a:extLst>
          </p:cNvPr>
          <p:cNvSpPr/>
          <p:nvPr/>
        </p:nvSpPr>
        <p:spPr>
          <a:xfrm>
            <a:off x="880803" y="2248525"/>
            <a:ext cx="419725" cy="5096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C29C97A4-CCDA-0D73-5D24-64E4DF466BFA}"/>
              </a:ext>
            </a:extLst>
          </p:cNvPr>
          <p:cNvSpPr/>
          <p:nvPr/>
        </p:nvSpPr>
        <p:spPr>
          <a:xfrm>
            <a:off x="907166" y="4398864"/>
            <a:ext cx="419725" cy="5096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7D6250-1271-814A-EC78-9D7F9AC84E36}"/>
              </a:ext>
            </a:extLst>
          </p:cNvPr>
          <p:cNvSpPr txBox="1"/>
          <p:nvPr/>
        </p:nvSpPr>
        <p:spPr>
          <a:xfrm>
            <a:off x="103811" y="6431280"/>
            <a:ext cx="50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5657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15B9334-3E03-4CA7-3616-4D3C9DC2C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3DEC11-384F-0274-5E85-FCE12A419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453427"/>
            <a:ext cx="11177752" cy="1132258"/>
          </a:xfrm>
        </p:spPr>
        <p:txBody>
          <a:bodyPr>
            <a:normAutofit/>
          </a:bodyPr>
          <a:lstStyle/>
          <a:p>
            <a:r>
              <a:rPr lang="en-US" dirty="0"/>
              <a:t>RQ3 – gaming detection can learn from DPA detection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176B5F7F-4AFC-C291-FBDE-01EAA2A2F1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7802662"/>
              </p:ext>
            </p:extLst>
          </p:nvPr>
        </p:nvGraphicFramePr>
        <p:xfrm>
          <a:off x="1514856" y="2039112"/>
          <a:ext cx="9162288" cy="4069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95611A6-241B-DA81-B0A5-02714570C6F8}"/>
              </a:ext>
            </a:extLst>
          </p:cNvPr>
          <p:cNvSpPr txBox="1"/>
          <p:nvPr/>
        </p:nvSpPr>
        <p:spPr>
          <a:xfrm>
            <a:off x="103812" y="6431280"/>
            <a:ext cx="581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413510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5018D-67EC-30BB-3186-48B26F904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C9E607-97A4-446A-83B7-63202785203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4414418-288C-4D61-BD7A-561204B37A92}"/>
              </a:ext>
            </a:extLst>
          </p:cNvPr>
          <p:cNvSpPr txBox="1"/>
          <p:nvPr/>
        </p:nvSpPr>
        <p:spPr>
          <a:xfrm>
            <a:off x="103811" y="6431280"/>
            <a:ext cx="50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85191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209D7-3C17-5990-03A6-D6114281B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listening!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DEB6B-8D5B-3BA1-F4A7-4C58AAAF8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Questions?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work is supported by</a:t>
            </a:r>
            <a:r>
              <a:rPr lang="en-GB" dirty="0"/>
              <a:t> the Czech Science Foundation (GAČR) grant no. 25-15839I</a:t>
            </a:r>
            <a:endParaRPr lang="en-US" dirty="0"/>
          </a:p>
        </p:txBody>
      </p:sp>
      <p:pic>
        <p:nvPicPr>
          <p:cNvPr id="4" name="Picture 3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EF0DBA25-A98A-86CC-4375-271626F78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338" y="1840219"/>
            <a:ext cx="2041893" cy="2041893"/>
          </a:xfrm>
          <a:prstGeom prst="rect">
            <a:avLst/>
          </a:prstGeom>
        </p:spPr>
      </p:pic>
      <p:pic>
        <p:nvPicPr>
          <p:cNvPr id="5" name="Picture 4" descr="Android Apps by LinkedIn on Google Play">
            <a:extLst>
              <a:ext uri="{FF2B5EF4-FFF2-40B4-BE49-F238E27FC236}">
                <a16:creationId xmlns:a16="http://schemas.microsoft.com/office/drawing/2014/main" id="{8A4A34A0-5DC6-7D58-0BED-4C990073F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6226" y="2915227"/>
            <a:ext cx="880298" cy="880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F724A2-E8FE-7C68-EE75-948854698FE5}"/>
              </a:ext>
            </a:extLst>
          </p:cNvPr>
          <p:cNvSpPr txBox="1"/>
          <p:nvPr/>
        </p:nvSpPr>
        <p:spPr>
          <a:xfrm>
            <a:off x="8193032" y="4012446"/>
            <a:ext cx="3896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Connect with me!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B440B3-0A44-D0EF-C26C-90B7B08D7BAC}"/>
              </a:ext>
            </a:extLst>
          </p:cNvPr>
          <p:cNvSpPr txBox="1"/>
          <p:nvPr/>
        </p:nvSpPr>
        <p:spPr>
          <a:xfrm>
            <a:off x="2342514" y="5124688"/>
            <a:ext cx="3896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Link to the paper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A67E27-94DC-0063-37C6-FF0A63C73C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5036" y="1548368"/>
            <a:ext cx="3454400" cy="345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D26A29-4599-3D9E-9F14-DA90251D5515}"/>
              </a:ext>
            </a:extLst>
          </p:cNvPr>
          <p:cNvSpPr txBox="1"/>
          <p:nvPr/>
        </p:nvSpPr>
        <p:spPr>
          <a:xfrm>
            <a:off x="103811" y="6431280"/>
            <a:ext cx="50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05878227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3702</TotalTime>
  <Words>859</Words>
  <Application>Microsoft Macintosh PowerPoint</Application>
  <PresentationFormat>Widescreen</PresentationFormat>
  <Paragraphs>138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Neue Haas Grotesk Text Pro</vt:lpstr>
      <vt:lpstr>VanillaVTI</vt:lpstr>
      <vt:lpstr>Measuring the impact of student gaming behaviors on learner model</vt:lpstr>
      <vt:lpstr>Team introduction </vt:lpstr>
      <vt:lpstr>Background 1</vt:lpstr>
      <vt:lpstr>Background 2</vt:lpstr>
      <vt:lpstr>What’s the problem then?</vt:lpstr>
      <vt:lpstr>Let’s think! </vt:lpstr>
      <vt:lpstr>Research questions</vt:lpstr>
      <vt:lpstr>RQ1</vt:lpstr>
      <vt:lpstr>EXAMPLE: Hint abuse attack</vt:lpstr>
      <vt:lpstr>RQ2 – simulated gaming behaviors on KT models</vt:lpstr>
      <vt:lpstr>RQ2 - Results</vt:lpstr>
      <vt:lpstr>RQ2 - Results</vt:lpstr>
      <vt:lpstr>What does RQ1 &amp; 2 means?</vt:lpstr>
      <vt:lpstr>RQ3 – gaming detection can learn from DPA detection</vt:lpstr>
      <vt:lpstr>Implications </vt:lpstr>
      <vt:lpstr>Thank you for listening!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Qinyi Liu</dc:creator>
  <cp:lastModifiedBy>Qinyi Liu</cp:lastModifiedBy>
  <cp:revision>36</cp:revision>
  <dcterms:created xsi:type="dcterms:W3CDTF">2026-03-27T12:18:32Z</dcterms:created>
  <dcterms:modified xsi:type="dcterms:W3CDTF">2026-04-29T20:30:42Z</dcterms:modified>
</cp:coreProperties>
</file>